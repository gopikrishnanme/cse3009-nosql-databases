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60" r:id="rId4"/>
    <p:sldId id="316" r:id="rId5"/>
    <p:sldId id="335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04-02-2023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C1E61-D260-86E5-4CE2-5823D5FE29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545" y="190860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EC1D8-4B4D-5890-9486-3DFD42A887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545" y="246845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C5A8C-F22E-9365-3257-E73DB896D9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545" y="237514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04-02-2023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47F50-FDF3-FAE0-4E48-D952382601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545" y="237514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04-02-2023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0FD77D-EC51-D2CB-EAFD-66E53FCDB5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545" y="237514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04-02-2023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7B200C-1557-F7B6-6547-C9FA14C4AB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545" y="237514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04-02-2023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04-02-2023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04-02-2023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04-02-2023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Based Data Model 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04-02-2023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Graph Based Data Model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Based Data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stores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in applications that need to analyze relationships between objects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 visit all nodes in a graph in a particular manner (graph traversal).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stores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optimized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efficiently store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nodes and links, and allow you to query these graphs.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databases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useful for any business problem that has complex relationships between objects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such as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networking, rules-based engines, creating mashups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systems that can quickly analyze complex network structures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find patterns within these structures.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a graph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graph store is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system that contains a sequence of nodes and relationships that are combined to create a graph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graph store consists of many “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node-relationship-node structures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”. Its also referred as triple stores. </a:t>
            </a:r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are used to describe both the nodes and relationships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854" y="4614863"/>
            <a:ext cx="41052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1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a graph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854" y="4614863"/>
            <a:ext cx="4105275" cy="1562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073" y="1679264"/>
            <a:ext cx="5956835" cy="454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8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a graph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stores are ideal when you have many items that are related to each other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complex ways and these relationships have properties (like a sister/brother of).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stores allow you to do simple queries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show you the nearest neighboring nodes as well as queries that look deep into networks and quickly find patterns.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Storing and retrieving of friends information in a Graph database model.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5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a graph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nodes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usually representations of real-world objects like nouns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can be thought of as connections between these objects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are typically represented as arcs (lines that connect) between circles in diagrams.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queries are similar to traversing nodes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graph.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What’s the shortest path between two nodes in a graph?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nodes have neighboring nodes that have specific properties?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Given any two nodes in a graph, how similar are their neighboring nodes?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What’s the average connectedness of various points on a graph with each other?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985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a graph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stores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 nodes together, understanding that two nodes with the same identifiers are the same node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stores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 internal identifiers to nodes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use those identifiers to join networks together.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store joins are computationally lightweight and fast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Once the graph is loaded into memory, retrieving the data doesn’t require disk input and output operations.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514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store - An example 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038913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example of using a graph store to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 a web page that contains links to two other web pages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URL of the source web page is stored as a URL property and each link is a relationship that has a “points to” property.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link is represented as another node with a property that contains the destination page’s URL.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072" y="2145764"/>
            <a:ext cx="4163728" cy="25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3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 external data with the RDF standard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 Description Format (RDF)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W3C generalized this structure to store the information about the links between web pages and objects.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RDF was specifically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to join together external datasets created by different organizations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RDF uses directed graphs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where the relationship specifically points from a source node to a destination node.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464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 external data with the RDF standard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traverse a graph relies on the fact that two nodes in different groups reference the same physical object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the Person123 node needs to globally refer to the same item. Once you determine they’re the same, you can join the graphs together.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4683791"/>
            <a:ext cx="2743200" cy="5565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06" y="4336532"/>
            <a:ext cx="2857299" cy="12398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566" y="4547912"/>
            <a:ext cx="4605580" cy="74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1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cases for graph stores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situations where a graph store can be used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effectively solve a particular business problem.</a:t>
            </a:r>
          </a:p>
          <a:p>
            <a:pPr marL="722313" indent="-366713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analysis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used when you want to perform searches and look for patterns and relationships in situations such as social networking, telephone, or email records.</a:t>
            </a:r>
          </a:p>
          <a:p>
            <a:pPr marL="722313" indent="-366713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 and inference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used when you want to run queries on complex structures such as class libraries, taxonomies, and rule-based systems.</a:t>
            </a:r>
          </a:p>
          <a:p>
            <a:pPr marL="722313" indent="-366713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Integrating linked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used with large amounts of open linked data to do real-time integration and build mashups without storing data.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56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Analysis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767266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Sometimes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way to solve a business problem is to traverse graph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- a good example of this is social networking.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social network graph generated by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Map system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591" y="1511302"/>
            <a:ext cx="5669176" cy="447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Analysis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 stores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useful for linking data together and searching for patterns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within large collections of text documents.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extraction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process of identifying the most important items (entities) in a document.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Entities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usually the nouns in a document like people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dates, places, and products.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key entities have been identified, they’re used to perform advanced search functions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818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Analysis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extraction process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 type of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language processing or NLP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can be combined with other tools to extract simple facts or assertions made within a document.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the sentence “John Adams was born on October 19, 1735” can be broken into the following assertions:</a:t>
            </a:r>
          </a:p>
          <a:p>
            <a:pPr marL="722313" indent="-366713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person record was found with the name of John Adams and is a subject.</a:t>
            </a:r>
          </a:p>
          <a:p>
            <a:pPr marL="722313" indent="-366713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born-on relationship links the subject to the object.</a:t>
            </a:r>
          </a:p>
          <a:p>
            <a:pPr marL="722313" indent="-366713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date object record was found that has the value of October 19, 1735.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998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Rules, and Inference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Rules are used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define abstract rules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relate to an understanding of objects in a system, and how the object properties allow you to gain insight into and better use large datasets.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primary use for RDF is to store logic and rules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Once you’ve set these rules up, you can use an inference or rules engine to discover other facts about a system.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going out to dinner and you’re considering two restaurants based on the reviews.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5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Web Stack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976486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W3C has an entire framework of standards for using RDF to solve business problems. This framework is frequently referred to as the </a:t>
            </a:r>
            <a:r>
              <a:rPr lang="en-US" sz="18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Web Stack</a:t>
            </a: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A typical semantic web stack with common low-level standards like URI, XML, and RDF at the </a:t>
            </a:r>
            <a:r>
              <a:rPr lang="en-US" sz="18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bottom of the stack</a:t>
            </a: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middle layer </a:t>
            </a: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includes standards for querying (SPARQL) and standards for rules (RIF/SWRL).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the top of the stack </a:t>
            </a: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are user interface and application layers above abstract layers of logic, proof, and trust building.</a:t>
            </a:r>
            <a:endParaRPr lang="en-IN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444" y="1594755"/>
            <a:ext cx="4240731" cy="447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2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Graphs to Process Public Datasets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stores are also useful for doing analysis on data that hasn’t been created by your organization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consider, you need to do analysis with three different datasets that were created by three different organizations.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using a set of tools referred to as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 Open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LOD strategies are important for anyone doing research or analysis using publicly available datasets.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315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Graphs to Process Public Datasets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293093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LOD integration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 new datasets by combining information from two or more publicly available datasets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conform to the LOD structures such as RDF and URIs.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of the popular LOD sites called an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LOD cloud diagram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293" y="1912940"/>
            <a:ext cx="5386266" cy="351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34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create LOD Cloud data set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a site that has the RDF information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you’re looking for. This can be done in two ways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is to download all the RDF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the site and load it into your graph store.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second and more efficient method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find a web service for the RDF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site called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SPARQL endpoint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service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you to submit SPARQL queries to extract the data from each of the websites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you need in an RDF form that can then be joined with other RDF datasets.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82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create LOD Cloud data set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combining the data from SPARQL queries, you can create new data mashups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that join data together.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difference between a SPARQL query and an RDBMS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process that creates the primary/foreign keys.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RDBMS, all of the keys are in the same domain.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LOD the data was created by different organizations, so the only way to join the data is to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consistent URIs to identify nodes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742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data store - Advantages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Traversing the joins or relationships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fast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of the traversing persisted relationships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 than calculating them for every query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Nodes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have different types of relationships between them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allowing you to both represent relationships between the domain entities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of the value of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databases is derived from the relationships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Using this property on the relationships, we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add intelligence to the relationship.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Adding new relationship types is easy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Changing existing nodes and their relationships is similar to data migration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117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data store - Types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many graph databases available, such as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Neo4J,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Infinite Graph,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OrientDB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FlockDB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57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Graph Based Data Model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04-02-2023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1058</TotalTime>
  <Words>1745</Words>
  <Application>Microsoft Office PowerPoint</Application>
  <PresentationFormat>Widescreen</PresentationFormat>
  <Paragraphs>175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2     Topic   : 2</vt:lpstr>
      <vt:lpstr>Objectives</vt:lpstr>
      <vt:lpstr>Graph Based Data Model </vt:lpstr>
      <vt:lpstr>Overview of a graph store</vt:lpstr>
      <vt:lpstr>Overview of a graph store</vt:lpstr>
      <vt:lpstr>Overview of a graph store</vt:lpstr>
      <vt:lpstr>Overview of a graph store</vt:lpstr>
      <vt:lpstr>Overview of a graph store</vt:lpstr>
      <vt:lpstr>Graph store - An example </vt:lpstr>
      <vt:lpstr>Linking external data with the RDF standard</vt:lpstr>
      <vt:lpstr>Linking external data with the RDF standard</vt:lpstr>
      <vt:lpstr>Use cases for graph stores</vt:lpstr>
      <vt:lpstr>Link Analysis</vt:lpstr>
      <vt:lpstr>Link Analysis</vt:lpstr>
      <vt:lpstr>Link Analysis</vt:lpstr>
      <vt:lpstr>Rules, and Inference</vt:lpstr>
      <vt:lpstr>Semantic Web Stack</vt:lpstr>
      <vt:lpstr>Using Graphs to Process Public Datasets</vt:lpstr>
      <vt:lpstr>Using Graphs to Process Public Datasets</vt:lpstr>
      <vt:lpstr>How to create LOD Cloud data set</vt:lpstr>
      <vt:lpstr>How to create LOD Cloud data set</vt:lpstr>
      <vt:lpstr>Graph data store - Advantages</vt:lpstr>
      <vt:lpstr>Graph data store - Types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64</cp:revision>
  <dcterms:created xsi:type="dcterms:W3CDTF">2019-11-30T05:18:24Z</dcterms:created>
  <dcterms:modified xsi:type="dcterms:W3CDTF">2023-02-04T02:40:59Z</dcterms:modified>
</cp:coreProperties>
</file>