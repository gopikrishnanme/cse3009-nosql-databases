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332" r:id="rId4"/>
    <p:sldId id="507" r:id="rId5"/>
    <p:sldId id="508" r:id="rId6"/>
    <p:sldId id="509" r:id="rId7"/>
    <p:sldId id="510" r:id="rId8"/>
    <p:sldId id="512" r:id="rId9"/>
    <p:sldId id="511" r:id="rId10"/>
    <p:sldId id="514" r:id="rId11"/>
    <p:sldId id="515" r:id="rId12"/>
    <p:sldId id="516" r:id="rId13"/>
    <p:sldId id="517" r:id="rId14"/>
    <p:sldId id="518" r:id="rId15"/>
    <p:sldId id="519" r:id="rId16"/>
    <p:sldId id="520" r:id="rId17"/>
    <p:sldId id="521" r:id="rId18"/>
    <p:sldId id="522" r:id="rId19"/>
    <p:sldId id="523" r:id="rId20"/>
    <p:sldId id="524" r:id="rId21"/>
    <p:sldId id="525" r:id="rId22"/>
    <p:sldId id="526" r:id="rId23"/>
    <p:sldId id="527" r:id="rId24"/>
    <p:sldId id="529" r:id="rId25"/>
    <p:sldId id="528" r:id="rId26"/>
    <p:sldId id="2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07-03-2020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07-03-2020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07-03-2020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07-03-2020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07-03-2020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07-03-2020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S. Gopikrishnan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cs.mongodb.com/manual/tutoria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07-03-2020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a Single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Document: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db.collection.insertOne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inserts a single document into a collection.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example inserts a new document into the inventory collection. If the document does not specify an _id field, MongoDB adds the _id field with 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ObjectId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value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new document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db.inventory.insertOne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{ item: "canvas",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100, tags: ["cotton"], size: { h: 28, w: 35.5,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"cm" } }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Multiple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db.collection.insertMany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insert multiple documents into a collection. Pass an array of documents to the method.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example inserts three new documents into the inventory collection. If the documents do not specify an _id field, MongoDB adds the _id field with 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ObjectId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value to each document.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db.inventory.insertMany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{ item: "journal",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25, tags: ["blank", "red"], size: { h: 14, w: 21,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"cm" } },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{ item: "mat",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85, tags: ["gray"], size: { h: 27.9, w: 35.5,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"cm" } },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{ item: "mousepad",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25, tags: ["gel", "blue"], size: { h: 19, w: 22.85,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"cm" } 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1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Methods for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Inserts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db.collection.update</a:t>
            </a:r>
            <a:r>
              <a:rPr 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sz="2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db.collection.updateOne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db.collection.updateMany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db.collection.findAndModify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db.collection.findOneAndUpdate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db.collection.findOneAndReplace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endParaRPr lang="en-US" sz="24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db.collection.save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</a:pP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db.collection.bulkWrite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45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db.inventory.insertMany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"journal",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25, size: { h: 14, w: 21,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}, status: "A" },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"notebook",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50, size: { h: 8.5, w: 11,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"in" }, status: "A" },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"paper",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100, size: { h: 8.5, w: 11,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"in" }, status: "D" },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"planner",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75, size: { h: 22.85, w: 30,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}, status: "D" },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"postcard",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45, size: { h: 10, w: 15.25,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}, status: "A" }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]);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91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All Documents in a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</a:p>
          <a:p>
            <a:pPr marL="914400" lvl="2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select all documents in the collection, pass an empty document as the query filter parameter to the find method. The query filter parameter determines the select criteria: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{} </a:t>
            </a:r>
            <a:r>
              <a:rPr lang="en-US" sz="2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Equality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following example selects from the inventory collection all documents where the status equals "D":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{ status: "D" } </a:t>
            </a:r>
            <a:r>
              <a:rPr lang="en-US" sz="2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83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 Using Query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retrieves all documents from the inventory collection where status equals either "A" or "D":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 { status: { $in: [ "A", "D" ] } }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AND 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retrieves all documents in the inventory collection where the status equals "A" and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less than ($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30: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 { status: "A",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30 } } 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04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OR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retrieves all documents in the collection where the status equals "A" or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less than ($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30: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$or: [ { status: "A" },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30 } } ]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AND as well as OR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following example, the compound query document selects all documents in the collection where the status equals "A" and either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less than ($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30 or item starts with the character p: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status: "D"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5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db.inventory.insertMany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[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"journal",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25, size: { h: 14, w: 21,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}, status: "A"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"notebook",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50, size: { h: 8.5, w: 11,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"in" }, status: "A"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"paper",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100, size: { h: 8.5, w: 11,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"in" }, status: "D"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"planner",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75, size: { h: 22.85, w: 30,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}, status: "D"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"postcard",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45, size: { h: 10, w: 15.25,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}, status: "A" }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]);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5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Match an Embedded/Nested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specify an equality condition on a field that is an embedded/nested document, use the query filter document { &lt;field&gt;: &lt;value&gt; } where &lt;value&gt; is the document to match.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example, the following query selects all documents where the field size equals the document { h: 14, w: 21,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}: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size: { h: 14, w: 21,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"cm" }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on Nested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Field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selects all documents where the field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nested in the size field equals "in":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size.uom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"in"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Specify Match using Query Operator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query uses the less than operator ($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on the field h embedded in the size field: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size.h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15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23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Specify AND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query selects all documents where the nested field h is less than 15, the nested field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equals "in", and the status field equals "D":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size.h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15 },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size.uom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"in", status: "D"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05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db.inventory.insertMany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"journal",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25, tags: ["blank", "red"],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[ 14, 21 ]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"notebook",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50, tags: ["red", "blank"],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[ 14, 21 ]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"paper",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100, tags: ["red", "blank", "plain"],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[ 14, 21 ]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"planner",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75, tags: ["blank", "red"],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[ 22.85, 30 ]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{ item: "postcard",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45, tags: ["blue"],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[ 10, 15.25 ] }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]);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61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Match 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queries for all documents where the field tags value is an array with exactly two elements, "red" and "blank", in the specified order: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tags: ["red", "blank"]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If, instead, you wish to find an array that contains both the elements "red" and "blank", without regard to order or other elements in the array, use the $all operator: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tags: { $all: ["red", "blank"]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77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an Array for an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queries for all documents where tags is an array that contains the string "red" as one of its elements: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tags: "red"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operation queries for all documents where the array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contains at least one element whose value is greater than 25.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25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87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Specify Multiple Conditions for Array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queries for documents where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contains elements that in some combination satisfy the query conditions; e.g., one element can satisfy the greater than 15 condition and another element can satisfy the less than 20 condition, or a single element can satisfy both: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15,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20 } } )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example queries for documents where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contains at least one element that is both greater than ($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22 and less than ($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30: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elemMatch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22,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30 }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6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for an Element by the Array Index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queries for all documents where the second element in the array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dim_cm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greater than 25: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"dim_cm.1":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25 }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an Array by Array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selects documents where the array tags has 3 elements.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"tags": { $size: 3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0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db.inventory.insertMany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 [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{ item: "journal",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[ { warehouse: "A",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5 }, { warehouse: "C",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15 }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{ item: "notebook",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[ { warehouse: "C",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5 }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{ item: "paper",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[ { warehouse: "A",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60 }, { warehouse: "B",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15 }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{ item: "planner",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[ { warehouse: "A",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40 }, { warehouse: "B",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5 } ] },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{ item: "postcard",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[ { warehouse: "B",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15 }, { warehouse: "C",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35 } ] }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]);</a:t>
            </a:r>
            <a:endParaRPr lang="en-US" sz="2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62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for a Document Nested in an Array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selects all documents where an element in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matches the specified document: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{ warehouse: "A",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 } } )</a:t>
            </a:r>
          </a:p>
          <a:p>
            <a:pPr marL="895350" indent="0">
              <a:lnSpc>
                <a:spcPct val="110000"/>
              </a:lnSpc>
              <a:spcBef>
                <a:spcPts val="36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query does not match any documents in the inventory collection: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5, warehouse: "A"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31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Specify a Query Condition on a Field Embedded in an Array of Documents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do not know the index position of the document nested in the array, concatenate the name of the array field, with a dot (.) and the name of the field in the nested document.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example selects all documents where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has at least one embedded document that contains the field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whose value is less than or equal to 20: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'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instock.qty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':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20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3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the Array Index to Query for a Field in the Embedded Document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example selects all documents where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has as its first element a document that contains the field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whose value is less than or equal to 20: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'instock.0.qty':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20 }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querying using dot notation, the field and index must be inside quotation marks.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73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Single Nested Document Meets Multiple Query Conditions on Nested Fields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following example queries for documents where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has at least one embedded document that contains both the field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equal to 5 and the field warehouse equal to A: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elemMatch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5, warehouse: "A" } } } )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queries for documents where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array has at least one embedded document that contains the field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is greater than 10 and less than or equal to 20: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elemMatch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{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10, $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20 } }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1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for Null or Missing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Fields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Equality Filter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{ item : null } query matches documents that either contain the item field whose value is null or that do not contain the item field.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item: null } 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{ item : { $type: 10 } } query matches only documents that contain the item field whose value is null; i.e. the value of the item field is of BSON Type Null (type number 10) 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item : { $type: 10 } }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36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Existence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example queries for documents that do not contain a field. 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{ item : { $exists: false } } query matches documents that do not contain the item field:</a:t>
            </a:r>
          </a:p>
          <a:p>
            <a:pPr marL="89535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db.inventory.find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{ item : { $exists: false } } 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71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:   </a:t>
            </a:r>
          </a:p>
          <a:p>
            <a:pPr marL="1454150" lvl="2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://docs.mongodb.com/manual/tutorial</a:t>
            </a: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endParaRPr lang="en-IN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54150" lvl="2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“Seven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NoSQL Databases in a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Week” Author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Aaron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Ploetz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Aaron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07-03-2020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4023</TotalTime>
  <Words>2379</Words>
  <Application>Microsoft Office PowerPoint</Application>
  <PresentationFormat>Widescreen</PresentationFormat>
  <Paragraphs>245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4     Topic   : 2</vt:lpstr>
      <vt:lpstr>Objectives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Querying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gopikrishnan sundaram</cp:lastModifiedBy>
  <cp:revision>220</cp:revision>
  <dcterms:created xsi:type="dcterms:W3CDTF">2019-11-30T05:18:24Z</dcterms:created>
  <dcterms:modified xsi:type="dcterms:W3CDTF">2020-03-07T08:29:51Z</dcterms:modified>
</cp:coreProperties>
</file>