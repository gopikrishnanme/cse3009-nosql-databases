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327" r:id="rId5"/>
    <p:sldId id="328" r:id="rId6"/>
    <p:sldId id="329" r:id="rId7"/>
    <p:sldId id="313" r:id="rId8"/>
    <p:sldId id="331" r:id="rId9"/>
    <p:sldId id="321" r:id="rId10"/>
    <p:sldId id="322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09-Feb-21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062" y="243194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062" y="243194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062" y="243194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09-Feb-21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062" y="243194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09-Feb-21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062" y="243194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09-Feb-21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062" y="243194"/>
            <a:ext cx="1793898" cy="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09-Feb-21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09-Feb-21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09-Feb-21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09-Feb-21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Brewer’s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 theorem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09-Feb-21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 trade-offs with Brewer’s CAP theorem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order to make the best decision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about what to do when systems fail, you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consider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properties of consistency and availability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working with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distributed systems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over unreliable networks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Eric Brewer first introduced the CAP theorem in 2000. The CAP theorem states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any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database system can have at most two of the following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desirable properties: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Availability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 tolerance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Having a single, up-to-date, readable version of your data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available 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clients.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isn’t the same as the consistency we talked about in ACID.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Consistency here is concerned with multiple clients reading the same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items from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replicated partitions and getting consistent results.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45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availability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Knowing that the distributed database will always allow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 clients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update items without delay.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communication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failures between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replicated data shouldn’t prevent updates.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71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 tolerance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ability of the system to keep responding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client requests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even if there’s a communication failure between database partitions.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analogous to a person still having an intelligent conversation even after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link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between parts of their brain isn’t working.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96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Trade-offs in CAP Theorem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355600" indent="-35560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 theorem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applies in cases when there’s a broken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connection between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partitions in your cluster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55600" indent="-35560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more reliable your network, the lower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probability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you’ll need to think about CAP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55600" indent="-35560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 theorem helps you understand that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you partition your data,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must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the availability-consistency spectrum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network failure situation.</a:t>
            </a:r>
          </a:p>
          <a:p>
            <a:pPr marL="355600" indent="-35560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Then the CAP theorem allows you to determine which options best match your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business requirements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65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Trade-offs in CAP Theorem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03" y="2097606"/>
            <a:ext cx="9887851" cy="329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8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 Theorem Rules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CAP theorem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shows that </a:t>
            </a: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have both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consistency 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availability if you’re only using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single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processor.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you’re using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many processors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you can chose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consistency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availability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depending 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transaction type,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user, estimated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downtime, or other factors.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478" y="2234615"/>
            <a:ext cx="5477878" cy="217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3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Tools like the CAP theorem can help guide database selection discussions within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 organization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prioritize what properties (consistency, availability, and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scalability) are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important.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consistency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update availability are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simultaneously required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then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 single processor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might be your best choice.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need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scale-out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that distributed systems offer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then you can make decisions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about your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need for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availability versus read consistency for each transaction 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5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 trade-offs with Brewer’s CAP theorem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09-Feb-21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810</TotalTime>
  <Words>519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1     Topic   : 6</vt:lpstr>
      <vt:lpstr>Objectives</vt:lpstr>
      <vt:lpstr>Introduction</vt:lpstr>
      <vt:lpstr>Consistency</vt:lpstr>
      <vt:lpstr>High availability</vt:lpstr>
      <vt:lpstr>Partition tolerance</vt:lpstr>
      <vt:lpstr>Trade-offs in CAP Theorem</vt:lpstr>
      <vt:lpstr>Trade-offs in CAP Theorem</vt:lpstr>
      <vt:lpstr>CAP Theorem Rules</vt:lpstr>
      <vt:lpstr>Conclusion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Windows User</cp:lastModifiedBy>
  <cp:revision>67</cp:revision>
  <dcterms:created xsi:type="dcterms:W3CDTF">2019-11-30T05:18:24Z</dcterms:created>
  <dcterms:modified xsi:type="dcterms:W3CDTF">2021-02-09T05:06:47Z</dcterms:modified>
</cp:coreProperties>
</file>