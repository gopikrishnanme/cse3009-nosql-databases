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8" r:id="rId3"/>
    <p:sldId id="470" r:id="rId4"/>
    <p:sldId id="332" r:id="rId5"/>
    <p:sldId id="471" r:id="rId6"/>
    <p:sldId id="472" r:id="rId7"/>
    <p:sldId id="473" r:id="rId8"/>
    <p:sldId id="474" r:id="rId9"/>
    <p:sldId id="475" r:id="rId10"/>
    <p:sldId id="476" r:id="rId11"/>
    <p:sldId id="477" r:id="rId12"/>
    <p:sldId id="478" r:id="rId13"/>
    <p:sldId id="479" r:id="rId14"/>
    <p:sldId id="480" r:id="rId15"/>
    <p:sldId id="481" r:id="rId16"/>
    <p:sldId id="482" r:id="rId17"/>
    <p:sldId id="484" r:id="rId18"/>
    <p:sldId id="487" r:id="rId19"/>
    <p:sldId id="488" r:id="rId20"/>
    <p:sldId id="489" r:id="rId21"/>
    <p:sldId id="485" r:id="rId22"/>
    <p:sldId id="486" r:id="rId23"/>
    <p:sldId id="483" r:id="rId24"/>
    <p:sldId id="25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CC00"/>
    <a:srgbClr val="2102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F716F9-1CCB-412E-807B-54E78A47C39C}" type="datetimeFigureOut">
              <a:rPr lang="en-IN" smtClean="0"/>
              <a:t>25-02-2023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070DDA-CF3D-48BA-A0B0-D24E17EB7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869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207AF-BBE6-41CB-838F-3B91C45E6842}" type="datetime1">
              <a:rPr lang="en-IN" smtClean="0"/>
              <a:t>25-02-2023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577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001CB-2F0D-4565-974A-BB3B4237F7A0}" type="datetime1">
              <a:rPr lang="en-IN" smtClean="0"/>
              <a:t>25-02-2023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86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5E08F-6321-4732-8935-8B18B4878320}" type="datetime1">
              <a:rPr lang="en-IN" smtClean="0"/>
              <a:t>25-02-2023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895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E6CD2-53BA-43CE-85B2-BECBEC79BED8}" type="datetime1">
              <a:rPr lang="en-IN" smtClean="0"/>
              <a:t>25-02-2023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958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0AD05-A4E4-4CA4-974B-F265446B2FC3}" type="datetime1">
              <a:rPr lang="en-IN" smtClean="0"/>
              <a:t>25-02-2023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418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D32E8-1E32-4E2A-B217-B612998A856C}" type="datetime1">
              <a:rPr lang="en-IN" smtClean="0"/>
              <a:t>25-02-2023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863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E7F75-E219-4A7A-86AA-8B901170D2FE}" type="datetime1">
              <a:rPr lang="en-IN" smtClean="0"/>
              <a:t>25-02-2023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413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16AFA-FDBE-49F0-A857-020340421B04}" type="datetime1">
              <a:rPr lang="en-IN" smtClean="0"/>
              <a:t>25-02-2023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355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76920-F609-41C5-957C-A5E46109118D}" type="datetime1">
              <a:rPr lang="en-IN" smtClean="0"/>
              <a:t>25-02-2023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15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08AA1-2BEE-4CB8-A992-73CF63948E2E}" type="datetime1">
              <a:rPr lang="en-IN" smtClean="0"/>
              <a:t>25-02-2023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892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EAF6-71C1-4CCC-BB0E-BC6703073DD8}" type="datetime1">
              <a:rPr lang="en-IN" smtClean="0"/>
              <a:t>25-02-2023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57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A101D-20D2-4D81-A838-9588DFC7E809}" type="datetime1">
              <a:rPr lang="en-IN" smtClean="0"/>
              <a:t>25-02-2023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791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resource.com/redis/" TargetMode="External"/><Relationship Id="rId2" Type="http://schemas.openxmlformats.org/officeDocument/2006/relationships/hyperlink" Target="https://redis.io/commands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1524000" y="2178260"/>
            <a:ext cx="9144000" cy="953575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code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CSE3009</a:t>
            </a:r>
            <a:b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title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SQL Data Bases</a:t>
            </a:r>
            <a:b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			</a:t>
            </a:r>
            <a:b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	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1402183" y="3677818"/>
            <a:ext cx="9144000" cy="1655762"/>
          </a:xfrm>
        </p:spPr>
        <p:txBody>
          <a:bodyPr>
            <a:normAutofit/>
          </a:bodyPr>
          <a:lstStyle/>
          <a:p>
            <a:r>
              <a:rPr lang="en-US" sz="4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Commands</a:t>
            </a:r>
            <a:endParaRPr lang="en-IN" sz="4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728E3-B72D-49A5-85A2-5AE45557AE43}" type="datetime1">
              <a:rPr lang="en-IN" smtClean="0">
                <a:latin typeface="Calibri (Body)"/>
              </a:rPr>
              <a:t>25-02-2023</a:t>
            </a:fld>
            <a:endParaRPr lang="en-IN" dirty="0">
              <a:latin typeface="Calibri (Body)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Gopikrishnan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9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This session will give the knowledge about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Set commands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SortedSet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commands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25-02-2023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611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 Commands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Sets are unordered collection. Sets do not allow duplicates.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sadd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marvel ironman	//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sadd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to add values into set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(integer) 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sadd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marvel ironman	//set will not allow duplicate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(integer) 0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smembers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marvel		//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smembers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is used to display set elements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1) "ironman"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25-02-2023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209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 Commands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smembers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marvel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1) "hulk"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2) "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thor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3) "ironman"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sismember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marvel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thor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	//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sismember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is used to check the given (integer) 1				  value is a member of set or not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scard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marvel	//returns cardinality (size) of the set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25-02-2023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243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 Commands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smembers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marvel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1) "hulk"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2) "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thor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3) "ironman"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spop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marvel	//used to remove one or multiple set elements randomly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thor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25-02-2023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9581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 Commands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706327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Sunion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is to perform union operation between two sets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25-02-2023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838200" y="2397015"/>
            <a:ext cx="3459480" cy="2892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smembers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marvel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1) "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thor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2) "hulk"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3) "apocalypse"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4) "ironman"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4668520" y="2397014"/>
            <a:ext cx="2854960" cy="3253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smembers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dc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1) "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aquaman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2) "batman"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3) "apocalypse"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4) "superman"</a:t>
            </a: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8011160" y="2397014"/>
            <a:ext cx="3083560" cy="36481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sunion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marvel dc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1) "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aquaman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2) "batman"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3) "apocalypse"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4) "ironman"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5) "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thor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6) "hulk"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7) "superman"</a:t>
            </a:r>
          </a:p>
        </p:txBody>
      </p:sp>
    </p:spTree>
    <p:extLst>
      <p:ext uri="{BB962C8B-B14F-4D97-AF65-F5344CB8AC3E}">
        <p14:creationId xmlns:p14="http://schemas.microsoft.com/office/powerpoint/2010/main" val="246004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 Commands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706327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Sinter is to perform intersection operation between two sets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25-02-2023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838200" y="2397015"/>
            <a:ext cx="3459480" cy="2892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smembers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marvel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1) "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thor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2) "hulk"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3) "apocalypse"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4) "ironman"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4668520" y="2397014"/>
            <a:ext cx="2854960" cy="3253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smembers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dc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1) "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aquaman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2) "batman"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3) "apocalypse"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4) "superman"</a:t>
            </a: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8011160" y="2397014"/>
            <a:ext cx="3083560" cy="36481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&gt; sinter marvel dc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1) "apocalypse"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948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 Commands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116801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SMOVE source destination member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Moves a member from one set to another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25-02-2023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721360" y="3016251"/>
            <a:ext cx="3459480" cy="2892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da-DK" sz="2400" dirty="0">
                <a:latin typeface="Arial" panose="020B0604020202020204" pitchFamily="34" charset="0"/>
                <a:cs typeface="Arial" panose="020B0604020202020204" pitchFamily="34" charset="0"/>
              </a:rPr>
              <a:t>&gt; smove marvel dc ironman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da-DK" sz="2400" dirty="0">
                <a:latin typeface="Arial" panose="020B0604020202020204" pitchFamily="34" charset="0"/>
                <a:cs typeface="Arial" panose="020B0604020202020204" pitchFamily="34" charset="0"/>
              </a:rPr>
              <a:t>(integer) 1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4180840" y="3016251"/>
            <a:ext cx="3236762" cy="3253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smembers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marvel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1) "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thor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2) "hulk"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3) "apocalypse"</a:t>
            </a: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7874802" y="3016251"/>
            <a:ext cx="3083560" cy="36481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&gt; smembers dc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1) "aquaman"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2) "batman"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3) "apocalypse"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4) "superman"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5) "ironman"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544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 Commands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90813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SRANDMEMBER key [count]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Gets one or multiple random members from a set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25-02-2023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838200" y="2930415"/>
            <a:ext cx="3459480" cy="2892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smembers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marvel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1) "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thor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2) "hulk"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3) "apocalypse"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4799263" y="2930415"/>
            <a:ext cx="3811337" cy="3253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srandmember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marvel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thor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srandmember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marvel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"apocalypse"</a:t>
            </a:r>
          </a:p>
        </p:txBody>
      </p:sp>
    </p:spTree>
    <p:extLst>
      <p:ext uri="{BB962C8B-B14F-4D97-AF65-F5344CB8AC3E}">
        <p14:creationId xmlns:p14="http://schemas.microsoft.com/office/powerpoint/2010/main" val="1031595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 Commands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90813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SREM key member1 [member2]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Removes one or more specified members from a set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25-02-2023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838200" y="2930415"/>
            <a:ext cx="3459480" cy="2892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smembers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dc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1) "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aquaman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2) "batman"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3) "apocalypse"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4) "superman"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5) "ironman"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4799263" y="2930415"/>
            <a:ext cx="3811337" cy="3253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srem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dc ironman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223935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 Commands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1755156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 you want to store all the set operation results, add “store” keyword and destination set name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SDIFFSTORE destination key1 [key2]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25-02-2023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838200" y="3840480"/>
            <a:ext cx="10515600" cy="1982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Sunionstore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result marvel dc 	//perform union and store result into result</a:t>
            </a:r>
          </a:p>
          <a:p>
            <a:pPr marL="0" indent="0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Sdiffstore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result marvel dc 		//perform diff and store result into result</a:t>
            </a:r>
          </a:p>
          <a:p>
            <a:pPr marL="0" indent="0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Sinterstore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result marvel dc 	//perform inter and store result into result</a:t>
            </a:r>
          </a:p>
          <a:p>
            <a:pPr marL="0" indent="0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02482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SortedSet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Commands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Sorted Sets are similar to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Sets.</a:t>
            </a:r>
          </a:p>
          <a:p>
            <a:pPr marL="0" indent="0">
              <a:lnSpc>
                <a:spcPct val="11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difference is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Sorted Set is associated with a score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that is used in order to take the sorted set ordered, from the smallest to the greatest score.</a:t>
            </a:r>
          </a:p>
          <a:p>
            <a:pPr marL="0" indent="0">
              <a:lnSpc>
                <a:spcPct val="11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ZADD key score1 member1 [score2 member2]</a:t>
            </a:r>
          </a:p>
          <a:p>
            <a:pPr marL="89535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Adds one or more members to a sorted set, or updates its score, if it already exists</a:t>
            </a:r>
          </a:p>
          <a:p>
            <a:pPr marL="0" indent="0">
              <a:lnSpc>
                <a:spcPct val="11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zadd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courses 1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cse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(integer) 1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25-02-2023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0516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SortedSet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Commands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4956208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zadd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courses 3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mech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(integer) 1</a:t>
            </a:r>
          </a:p>
          <a:p>
            <a:pPr marL="0" indent="0">
              <a:lnSpc>
                <a:spcPct val="11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zadd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courses 2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ece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(integer) 1</a:t>
            </a:r>
          </a:p>
          <a:p>
            <a:pPr marL="0" indent="0">
              <a:lnSpc>
                <a:spcPct val="11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zadd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courses 2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eee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(integer) 1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25-02-2023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4995512" y="1690687"/>
            <a:ext cx="6659880" cy="44862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ZRANGE key start stop [WITHSCORES]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Returns a range of members in a sorted set, by index</a:t>
            </a:r>
          </a:p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zrange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courses 0 -1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withscores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1) "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cse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2) 1.0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3) "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ece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4) 2.0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5) “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eee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6) 2.0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7) “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mech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8) 4.0</a:t>
            </a:r>
          </a:p>
        </p:txBody>
      </p:sp>
    </p:spTree>
    <p:extLst>
      <p:ext uri="{BB962C8B-B14F-4D97-AF65-F5344CB8AC3E}">
        <p14:creationId xmlns:p14="http://schemas.microsoft.com/office/powerpoint/2010/main" val="1548186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SortedSet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Commands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5254592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ZCARD key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Gets the number of members in a sorted set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zcard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courses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25-02-2023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5929162" y="1690687"/>
            <a:ext cx="5424638" cy="44862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ZCOUNT key min max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Counts the members in a sorted set with scores within the given values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zcount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courses 0 10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43877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SortedSet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Commands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5254592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ZSCORE key member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Gets the score associated with the given member in a sorted set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zscore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courses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eee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2.0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25-02-2023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5929162" y="1690687"/>
            <a:ext cx="5424638" cy="44862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ZINCRBY key increment member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Increments the score of a member in a sorted set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zincrby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courses 2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eee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4.0</a:t>
            </a:r>
          </a:p>
        </p:txBody>
      </p:sp>
    </p:spTree>
    <p:extLst>
      <p:ext uri="{BB962C8B-B14F-4D97-AF65-F5344CB8AC3E}">
        <p14:creationId xmlns:p14="http://schemas.microsoft.com/office/powerpoint/2010/main" val="1571910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SortedSet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Commands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5090962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ZREVRANGE key start stop [WITHSCORES]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Returns a range of members in a sorted set, by index, with scores ordered from high to low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zrevrange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courses 0 -1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1) "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eee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2) "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ece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3) "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cse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25-02-2023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5929162" y="1690687"/>
            <a:ext cx="5424638" cy="44862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ZREVRANGEBYSCORE key max min [WITHSCORES]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Returns a range of members in a sorted set, by score, with scores ordered from high to low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zrevrangebyscore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courses 2 1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1) "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ece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2) "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cse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5578385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SortedSet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Commands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5090962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ZREVRANK key member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Determines the index of a member in a sorted set, with scores ordered from high to low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zrevrank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courses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cse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25-02-2023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5929162" y="1690687"/>
            <a:ext cx="5424638" cy="44862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ZSCAN key cursor [MATCH pattern] [COUNT count]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Incrementally iterates sorted sets elements and associated scores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zscan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courses 0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1) "0"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2) 1) "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cse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2) 1.0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3) "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ece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4) 2.0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5) "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eee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6) 4.0</a:t>
            </a:r>
          </a:p>
        </p:txBody>
      </p:sp>
    </p:spTree>
    <p:extLst>
      <p:ext uri="{BB962C8B-B14F-4D97-AF65-F5344CB8AC3E}">
        <p14:creationId xmlns:p14="http://schemas.microsoft.com/office/powerpoint/2010/main" val="42146913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SortedSet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Commands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ZREM key member [member ...]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Removes one or more members from a sorted set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zrem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courses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cse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zscan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courses 0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1) "0"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2) 1) "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ece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2) 2.0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3) "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eee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4) 4.0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25-02-2023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18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96167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SortedSet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Commands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ZREMRANGEBYRANK key start stop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	Removes all members in a sorted set within the given indexes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&gt; ZADD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myzset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1 b 2 c 3 d 4 e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(integer) 4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&gt; ZREMRANGEBYRANK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myzset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0 2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(integer) 3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&gt; ZRANGE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myzset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0 -1 WITHSCORES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1) "e"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2) "4"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25-02-2023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19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71287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SortedSet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Commands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ZREMRANGEBYSCORE key min max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	Removes all members in a sorted set within the given scores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&gt; ZADD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myzset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1 b 2 c 3 d 4 e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(integer) 4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&gt; ZREMRANGEBYSCORE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myzset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2 3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&gt; ZRANGE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myzset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0 -1 WITHSCORES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1) "b"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2) 1.0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3) "e"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4) 4.0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25-02-2023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9070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SortedSet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Commands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ZINTERSTORE destination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numkeys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key [key ...]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	Intersects multiple sorted sets and stores the resulting sorted set in a new key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&gt; ZADD srcset1 5 M 6 N 7 O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(integer) 3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&gt; ZADD srcset2 3 N 2 O 4 P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(integer) 3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&gt; ZINTERSTORE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desset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2 srcset1 srcset2 WEIGHTS 2 3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(integer) 2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&gt; ZRANGE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desset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0 -1 WITHSCORES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1) "O"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2) "20"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3) "N"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4) "21"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25-02-2023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Redis zinterstore example with union of three set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7650" y="4995862"/>
            <a:ext cx="7296150" cy="1181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32753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SortedSet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Commands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ZUNIONSTORE destination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numkeys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key [key ...]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	Adds multiple sorted sets and stores the resulting sorted set in a new key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&gt; ZADD srcset1 5 M 6 N 7 O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(integer) 3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&gt; ZADD srcset2 3 N 2 O 4 P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(integer) 3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&gt; ZUNIONSTORE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desset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2 srcset1 srcset2 WEIGHTS 2 3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(integer) 2</a:t>
            </a: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25-02-2023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81803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SortedSet</a:t>
            </a:r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Commands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&gt; ZRANGE desset 0 -1 WITHSCORES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1) "M"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2) "10"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3) "P"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4) "12"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5) "O"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6) "20"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7) "N"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8) "21"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25-02-2023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8530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This session will give the knowledge about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Set commands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SortedSet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commands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Reference: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https://redis.io/commands/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https://www.w3resource.com/redis/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Image result for vit ap 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183" y="275303"/>
            <a:ext cx="1324835" cy="61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FA2B1-6748-41D8-AB75-02C9BD84395F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25-02-2023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578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T PPT Template.pptx" id="{54091FC3-898D-497D-92ED-2AD4019B5909}" vid="{614E3B1B-8E84-45D1-BB2E-2BDD1EEBD4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VIT PPT Template</Template>
  <TotalTime>3935</TotalTime>
  <Words>1601</Words>
  <Application>Microsoft Office PowerPoint</Application>
  <PresentationFormat>Widescreen</PresentationFormat>
  <Paragraphs>336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(Body)</vt:lpstr>
      <vt:lpstr>Calibri Light</vt:lpstr>
      <vt:lpstr>Office Theme</vt:lpstr>
      <vt:lpstr>Course code : CSE3009 Course title  : No SQL Data Bases Module  : 3     Topic   : 5</vt:lpstr>
      <vt:lpstr>Objectives</vt:lpstr>
      <vt:lpstr>Set Commands</vt:lpstr>
      <vt:lpstr>Set Commands</vt:lpstr>
      <vt:lpstr>Set Commands</vt:lpstr>
      <vt:lpstr>Set Commands</vt:lpstr>
      <vt:lpstr>Set Commands</vt:lpstr>
      <vt:lpstr>Set Commands</vt:lpstr>
      <vt:lpstr>Set Commands</vt:lpstr>
      <vt:lpstr>Set Commands</vt:lpstr>
      <vt:lpstr>Set Commands</vt:lpstr>
      <vt:lpstr>SortedSet Commands</vt:lpstr>
      <vt:lpstr>SortedSet Commands</vt:lpstr>
      <vt:lpstr>SortedSet Commands</vt:lpstr>
      <vt:lpstr>SortedSet Commands</vt:lpstr>
      <vt:lpstr>SortedSet Commands</vt:lpstr>
      <vt:lpstr>SortedSet Commands</vt:lpstr>
      <vt:lpstr>SortedSet Commands</vt:lpstr>
      <vt:lpstr>SortedSet Commands</vt:lpstr>
      <vt:lpstr>SortedSet Commands</vt:lpstr>
      <vt:lpstr>SortedSet Commands</vt:lpstr>
      <vt:lpstr>SortedSet Commands</vt:lpstr>
      <vt:lpstr>SortedSet Commands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code : CSE1004 Course title  : Database Management System</dc:title>
  <dc:creator>gopikrishnan sundaram</dc:creator>
  <cp:lastModifiedBy>Dr. Gopikrishnan S</cp:lastModifiedBy>
  <cp:revision>226</cp:revision>
  <dcterms:created xsi:type="dcterms:W3CDTF">2019-11-30T05:18:24Z</dcterms:created>
  <dcterms:modified xsi:type="dcterms:W3CDTF">2023-02-25T04:06:38Z</dcterms:modified>
</cp:coreProperties>
</file>