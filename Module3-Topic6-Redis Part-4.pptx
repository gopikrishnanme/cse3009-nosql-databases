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470" r:id="rId4"/>
    <p:sldId id="490" r:id="rId5"/>
    <p:sldId id="491" r:id="rId6"/>
    <p:sldId id="492" r:id="rId7"/>
    <p:sldId id="494" r:id="rId8"/>
    <p:sldId id="493" r:id="rId9"/>
    <p:sldId id="495" r:id="rId10"/>
    <p:sldId id="496" r:id="rId11"/>
    <p:sldId id="497" r:id="rId12"/>
    <p:sldId id="498" r:id="rId13"/>
    <p:sldId id="499" r:id="rId14"/>
    <p:sldId id="332" r:id="rId15"/>
    <p:sldId id="500" r:id="rId16"/>
    <p:sldId id="501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25-02-2023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25-02-2023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25-02-2023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25-02-2023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redis/" TargetMode="External"/><Relationship Id="rId2" Type="http://schemas.openxmlformats.org/officeDocument/2006/relationships/hyperlink" Target="https://redis.io/comman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25-02-2023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Admin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HSET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used to set the field in the hash stored at key to value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HSET KEY_NAME FIELD VALUE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HSET user email example@gmail.com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HSET user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English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HSET user gender Male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968691" y="1690687"/>
            <a:ext cx="490232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HGETALL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"email"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"example@gmail.com"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4) "English"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5) "gender"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6) "Male"</a:t>
            </a:r>
          </a:p>
        </p:txBody>
      </p:sp>
    </p:spTree>
    <p:extLst>
      <p:ext uri="{BB962C8B-B14F-4D97-AF65-F5344CB8AC3E}">
        <p14:creationId xmlns:p14="http://schemas.microsoft.com/office/powerpoint/2010/main" val="277620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HMSET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set the specified fields to their respective values in the hash stored at key.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HMSET KEY_NAME FIELD1 VALUE1 ...FIELDN VALUEN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HMSET user email example@gmail.com language English gender Male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968691" y="1690687"/>
            <a:ext cx="490232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HGETALL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"email"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"example@gmail.com"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3) "language"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4) "English"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5) "gender"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6) "Male"</a:t>
            </a:r>
          </a:p>
        </p:txBody>
      </p:sp>
    </p:spTree>
    <p:extLst>
      <p:ext uri="{BB962C8B-B14F-4D97-AF65-F5344CB8AC3E}">
        <p14:creationId xmlns:p14="http://schemas.microsoft.com/office/powerpoint/2010/main" val="368473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HGET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get the value associated with the field in the hash stored at key.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HGET KEY_NAME FIELD_NAME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&gt;HGET user email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"example@gmail.com"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HGET user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"English"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968691" y="1690687"/>
            <a:ext cx="490232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HMGET user email language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"email"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"example@gmail.com"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"language"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"English"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44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HMGET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get the values associated with the specified fields in the hash stored at key.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HMGET KEY_NAME FIELD1...FIELDN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HMSET user email example@gmail.com language English gender Male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968691" y="1690687"/>
            <a:ext cx="490232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HMGET user email language gender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"example@gmail.com"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"English"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"Male"</a:t>
            </a:r>
          </a:p>
        </p:txBody>
      </p:sp>
    </p:spTree>
    <p:extLst>
      <p:ext uri="{BB962C8B-B14F-4D97-AF65-F5344CB8AC3E}">
        <p14:creationId xmlns:p14="http://schemas.microsoft.com/office/powerpoint/2010/main" val="142890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HGETALL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get all fields and values of the hash stored at key.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HGETALL KEY_NAME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HMSET user email example@gmail.com language English gender Male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968691" y="1690687"/>
            <a:ext cx="490232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HGETALL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"email"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"example@gmail.com"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"English"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5) "gender"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6) "Male"</a:t>
            </a:r>
          </a:p>
        </p:txBody>
      </p:sp>
    </p:spTree>
    <p:extLst>
      <p:ext uri="{BB962C8B-B14F-4D97-AF65-F5344CB8AC3E}">
        <p14:creationId xmlns:p14="http://schemas.microsoft.com/office/powerpoint/2010/main" val="1201844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HDEL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remove the specified fields from the hash stored at a key and ignored the specified keys that do not exist within this hash.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HDEL KEY_NAME FIELD1.. FIELDN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968691" y="1690687"/>
            <a:ext cx="490232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HDEL user email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HDEL user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gender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</a:t>
            </a:r>
          </a:p>
        </p:txBody>
      </p:sp>
    </p:spTree>
    <p:extLst>
      <p:ext uri="{BB962C8B-B14F-4D97-AF65-F5344CB8AC3E}">
        <p14:creationId xmlns:p14="http://schemas.microsoft.com/office/powerpoint/2010/main" val="173968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581851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HEXISTS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check whether a hash field stored at key or not.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HEXISTS KEY_NAME FIELD_NAME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HSET user email example@gmail.com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0051" y="1690687"/>
            <a:ext cx="545096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HEXISTS user email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HEXISTS user xyz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0</a:t>
            </a:r>
          </a:p>
        </p:txBody>
      </p:sp>
    </p:spTree>
    <p:extLst>
      <p:ext uri="{BB962C8B-B14F-4D97-AF65-F5344CB8AC3E}">
        <p14:creationId xmlns:p14="http://schemas.microsoft.com/office/powerpoint/2010/main" val="157025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36046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HINCRBY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increment the number stored at the field in the hash stored at key by increment.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HINCRBY KEY_NAME FIELD_NAME INCR_BY_NUMBER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0051" y="1690687"/>
            <a:ext cx="545096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HSET user visits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HINCRBY user visits 15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HINCRBY user visits -25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-5</a:t>
            </a:r>
          </a:p>
        </p:txBody>
      </p:sp>
    </p:spTree>
    <p:extLst>
      <p:ext uri="{BB962C8B-B14F-4D97-AF65-F5344CB8AC3E}">
        <p14:creationId xmlns:p14="http://schemas.microsoft.com/office/powerpoint/2010/main" val="13334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87215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HINCRBYFLOAT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increment the specified field of a hash stored at key, and representing a floating point number, by the specified increment.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HINCRBYFLOAT KEY_NAME FIELD_NAME INCR_BY_NUMBER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0051" y="1690687"/>
            <a:ext cx="545096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HINCRBYFLOAT user height 85.5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"85.5"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HINCRBYFLOAT user height 14.2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"99.7"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HINCRBYFLOAT user height -12.5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"87.2"</a:t>
            </a:r>
          </a:p>
        </p:txBody>
      </p:sp>
    </p:spTree>
    <p:extLst>
      <p:ext uri="{BB962C8B-B14F-4D97-AF65-F5344CB8AC3E}">
        <p14:creationId xmlns:p14="http://schemas.microsoft.com/office/powerpoint/2010/main" val="135264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87215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HKEYS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get all field names in the hash stored at key.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HKEYS KEY_NAME FIELD_NAME INCR_BY_NUMBER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HMSET user name Sweaty gender Female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English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0051" y="1690687"/>
            <a:ext cx="545096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HKEYS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"name"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"gender"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  </a:t>
            </a:r>
          </a:p>
        </p:txBody>
      </p:sp>
    </p:spTree>
    <p:extLst>
      <p:ext uri="{BB962C8B-B14F-4D97-AF65-F5344CB8AC3E}">
        <p14:creationId xmlns:p14="http://schemas.microsoft.com/office/powerpoint/2010/main" val="298903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87215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HVALS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to get all values in the hash stored at key.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  HVALS KEY_NAME FIELD VALUE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HMSET user name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gender Male language English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0051" y="1690687"/>
            <a:ext cx="545096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HVALS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Chima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"Male"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"English"</a:t>
            </a:r>
          </a:p>
        </p:txBody>
      </p:sp>
    </p:spTree>
    <p:extLst>
      <p:ext uri="{BB962C8B-B14F-4D97-AF65-F5344CB8AC3E}">
        <p14:creationId xmlns:p14="http://schemas.microsoft.com/office/powerpoint/2010/main" val="141275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090962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SAVE : used to create backup of current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database.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SAVE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932370" y="1690687"/>
            <a:ext cx="5090962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Restore: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CONFIG GET: To restore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just move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backup file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dump.rdb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into your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directory and start the server.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CONFIG get 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"/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/lib/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/6379"</a:t>
            </a: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BGSAVE: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alternate command to create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backup is BGSAVE. This command is used to save the DB in the background.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BGSAVE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saving started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98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Java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redis.clients.jedis.Jedis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RedisJava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public static void main(String[]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//Connecting to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 on localhost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Jedis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jedis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Jedis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("localhost");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System.out.println("Connection to server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sucessfully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");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//check whether server is running or not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System.out.println("Server is running: "+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jedis.ping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());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} 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135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Hash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Admin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https://redis.io/commands/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https://www.w3resource.com/redis/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3982</TotalTime>
  <Words>1129</Words>
  <Application>Microsoft Office PowerPoint</Application>
  <PresentationFormat>Widescreen</PresentationFormat>
  <Paragraphs>216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3     Topic   : 7</vt:lpstr>
      <vt:lpstr>Objectives</vt:lpstr>
      <vt:lpstr>Hash Commands</vt:lpstr>
      <vt:lpstr>Hash Commands</vt:lpstr>
      <vt:lpstr>Hash Commands</vt:lpstr>
      <vt:lpstr>Hash Commands</vt:lpstr>
      <vt:lpstr>Hash Commands</vt:lpstr>
      <vt:lpstr>Hash Commands</vt:lpstr>
      <vt:lpstr>Hash Commands</vt:lpstr>
      <vt:lpstr>Hash Commands</vt:lpstr>
      <vt:lpstr>Hash Commands</vt:lpstr>
      <vt:lpstr>Hash Commands</vt:lpstr>
      <vt:lpstr>Hash Commands</vt:lpstr>
      <vt:lpstr>Admin Commands</vt:lpstr>
      <vt:lpstr>Admin Commands</vt:lpstr>
      <vt:lpstr>Redis with Java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239</cp:revision>
  <dcterms:created xsi:type="dcterms:W3CDTF">2019-11-30T05:18:24Z</dcterms:created>
  <dcterms:modified xsi:type="dcterms:W3CDTF">2023-02-25T05:35:09Z</dcterms:modified>
</cp:coreProperties>
</file>