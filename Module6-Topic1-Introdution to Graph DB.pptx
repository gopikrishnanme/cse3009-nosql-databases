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364" r:id="rId4"/>
    <p:sldId id="365" r:id="rId5"/>
    <p:sldId id="385" r:id="rId6"/>
    <p:sldId id="395" r:id="rId7"/>
    <p:sldId id="393" r:id="rId8"/>
    <p:sldId id="366" r:id="rId9"/>
    <p:sldId id="387" r:id="rId10"/>
    <p:sldId id="388" r:id="rId11"/>
    <p:sldId id="389" r:id="rId12"/>
    <p:sldId id="390" r:id="rId13"/>
    <p:sldId id="391" r:id="rId14"/>
    <p:sldId id="392" r:id="rId15"/>
    <p:sldId id="386" r:id="rId16"/>
    <p:sldId id="384" r:id="rId17"/>
    <p:sldId id="368" r:id="rId18"/>
    <p:sldId id="394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02-05-2020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02-05-2020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02-05-2020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02-05-2020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02-05-2020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02-05-2020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02-05-2020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02-05-2020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02-05-2020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02-05-2020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02-05-2020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02-05-2020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02-05-2020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it-IT" sz="4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Graph DB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02-05-2020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Graph DB Introduction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a Graph?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graph is composed of two elements: a node and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edges.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Each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node represents an entity (a person, place, thing, category or other piece of data), and each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edge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represents how two nodes are associated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Unlike other database management systems (DBMS), relationships take first priority in graph databases. In the graph world, connected data is equally (or more) important than individual data points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01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Example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Twitter users represented in a graph database model.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A graph database model of Twitter users including Peter, Emil and Joha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840" y="2495653"/>
            <a:ext cx="5138320" cy="3681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48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Example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Twitter users represented in a graph database model.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A graph database model of Twitter users including Peter, Emil and Joha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840" y="2495653"/>
            <a:ext cx="5138320" cy="3681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ttps://miro.medium.com/max/3662/0*7mBRCVcCPhmS_FD_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44047"/>
            <a:ext cx="10515600" cy="472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44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Example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228056"/>
            <a:ext cx="6453025" cy="23920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224" y="1957508"/>
            <a:ext cx="3984664" cy="293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52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Labelled </a:t>
            </a:r>
            <a:r>
              <a:rPr lang="en-IN" sz="3200" b="1" u="sng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 Graph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contains nodes and relationships.</a:t>
            </a: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Nodes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contain properties (key-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vaule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pairs)</a:t>
            </a: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Nodes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be labelled with one or more labels</a:t>
            </a: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Relationships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names and directed, and always have a start and end node.</a:t>
            </a: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Relationships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also can contain properties.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77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Elements of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496251" cy="4486275"/>
          </a:xfrm>
        </p:spPr>
        <p:txBody>
          <a:bodyPr>
            <a:normAutofit lnSpcReduction="10000"/>
          </a:bodyPr>
          <a:lstStyle/>
          <a:p>
            <a:pPr marL="182562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9762" lvl="1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Node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represents an entity marked with a unique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identifier - analogous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a row key in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 column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family database or a primary key in a relational database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82562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 Edge</a:t>
            </a:r>
          </a:p>
          <a:p>
            <a:pPr marL="639762" lvl="1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edge, also known as a link or arc, defines relationships between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nodes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objects connecting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vertices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672" y="3016251"/>
            <a:ext cx="4261128" cy="206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77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Elements of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313371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Weighted Edge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9762" lvl="1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Weighted edges have a numeric property associated with them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Directed and Undirected</a:t>
            </a:r>
          </a:p>
          <a:p>
            <a:pPr marL="639762" lvl="1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Directed and undirected edges further refine properties of relationships</a:t>
            </a:r>
          </a:p>
          <a:p>
            <a:pPr marL="639762" lvl="1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between vertices by capturing directionality.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859" y="1690688"/>
            <a:ext cx="4888368" cy="21314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761" y="3933825"/>
            <a:ext cx="4024563" cy="204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62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Elements of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313371" cy="4486275"/>
          </a:xfrm>
        </p:spPr>
        <p:txBody>
          <a:bodyPr>
            <a:normAutofit/>
          </a:bodyPr>
          <a:lstStyle/>
          <a:p>
            <a:pPr marL="182562" lvl="1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Path</a:t>
            </a:r>
          </a:p>
          <a:p>
            <a:pPr marL="639762" lvl="1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path through a graph is a set of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nodes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along with the edges between those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nodes Directed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Undirected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571" y="1511301"/>
            <a:ext cx="3803994" cy="448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39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Elements of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313371" cy="4486275"/>
          </a:xfrm>
        </p:spPr>
        <p:txBody>
          <a:bodyPr>
            <a:normAutofit/>
          </a:bodyPr>
          <a:lstStyle/>
          <a:p>
            <a:pPr marL="0" lvl="1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</a:p>
          <a:p>
            <a:pPr marL="457200" lvl="2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loop is an edge that connects a vertex to itself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571" y="1690688"/>
            <a:ext cx="3819396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88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on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lvl="1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Union of Graphs</a:t>
            </a:r>
          </a:p>
          <a:p>
            <a:pPr marL="0" lvl="1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union of graphs is the combined set of vertices and edges in a graph.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655" y="3091615"/>
            <a:ext cx="5032345" cy="308534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763" y="3367088"/>
            <a:ext cx="38862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50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on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lvl="1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Intersection of Graphs</a:t>
            </a:r>
          </a:p>
          <a:p>
            <a:pPr marL="0" lvl="1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intersection of a graph is the set of vertices and edges that are common to both graphs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656" y="3367087"/>
            <a:ext cx="4583036" cy="28098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758" y="4140416"/>
            <a:ext cx="322897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83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on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lvl="1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Graph Traversal</a:t>
            </a:r>
          </a:p>
          <a:p>
            <a:pPr marL="0" lvl="1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Graph traversal is the process of visiting all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nodes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 graph in a particular way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412" y="3224213"/>
            <a:ext cx="406717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46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Databases </a:t>
            </a:r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 Feature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182562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lot of databases have similar characteristics, but graph databases have a few things that make them unique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82562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Graph storage</a:t>
            </a: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Some graph databases use native graph storage that is specifically designed to store and manage graphs – from bare metal on up. Other graph technologies use relational, columnar or object-oriented databases as their storage layer.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Non-native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storage is often slower than a native approach because all of the graph connections have to be translated into a different data model.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4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Databases </a:t>
            </a:r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 Feature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182562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Graph processing</a:t>
            </a: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Native graph processing (a.k.a. index-free adjacency) is the most efficient means of processing data in a graph because connected nodes physically point to each other in the database.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Non-native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graph processing engines use other means to process Create, Read, Update or Delete (CRUD) operations that aren’t optimized for handling connected data.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70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Leading companies using Graph Data store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Walmart (recommendation engine)</a:t>
            </a: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eBay (artificial intelligence)</a:t>
            </a: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Pitney Bowes (master data)</a:t>
            </a: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NASA (knowledge graph)</a:t>
            </a: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 Fortune 500 financial services customers (fraud detection)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44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Leading Graph Data stores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Neo4j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GraphDB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Lite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OrientDB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HypherGraphDB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MapGraph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Titan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BrightStarDB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Neptune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444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Graph DB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02-05-2020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2819</TotalTime>
  <Words>712</Words>
  <Application>Microsoft Office PowerPoint</Application>
  <PresentationFormat>Widescreen</PresentationFormat>
  <Paragraphs>130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6     Topic   : 1</vt:lpstr>
      <vt:lpstr>Objectives</vt:lpstr>
      <vt:lpstr>What Is a Graph?</vt:lpstr>
      <vt:lpstr>Graph Example</vt:lpstr>
      <vt:lpstr>Graph Example</vt:lpstr>
      <vt:lpstr>Graph Example</vt:lpstr>
      <vt:lpstr>Labelled Property Graph</vt:lpstr>
      <vt:lpstr>Elements of Graphs</vt:lpstr>
      <vt:lpstr>Elements of Graphs</vt:lpstr>
      <vt:lpstr>Elements of Graphs</vt:lpstr>
      <vt:lpstr>Elements of Graphs</vt:lpstr>
      <vt:lpstr>Operations on Graphs</vt:lpstr>
      <vt:lpstr>Operations on Graphs</vt:lpstr>
      <vt:lpstr>Operations on Graphs</vt:lpstr>
      <vt:lpstr>Graph Databases Unique Feature</vt:lpstr>
      <vt:lpstr>Graph Databases Unique Feature</vt:lpstr>
      <vt:lpstr>Leading companies using Graph Data store</vt:lpstr>
      <vt:lpstr>Leading Graph Data stores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gopikrishnan sundaram</cp:lastModifiedBy>
  <cp:revision>137</cp:revision>
  <dcterms:created xsi:type="dcterms:W3CDTF">2019-11-30T05:18:24Z</dcterms:created>
  <dcterms:modified xsi:type="dcterms:W3CDTF">2020-05-02T08:57:11Z</dcterms:modified>
</cp:coreProperties>
</file>