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332" r:id="rId4"/>
    <p:sldId id="333" r:id="rId5"/>
    <p:sldId id="335" r:id="rId6"/>
    <p:sldId id="334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5" r:id="rId16"/>
    <p:sldId id="346" r:id="rId17"/>
    <p:sldId id="347" r:id="rId18"/>
    <p:sldId id="348" r:id="rId19"/>
    <p:sldId id="349" r:id="rId20"/>
    <p:sldId id="350" r:id="rId21"/>
    <p:sldId id="352" r:id="rId22"/>
    <p:sldId id="351" r:id="rId23"/>
    <p:sldId id="353" r:id="rId24"/>
    <p:sldId id="354" r:id="rId25"/>
    <p:sldId id="355" r:id="rId26"/>
    <p:sldId id="356" r:id="rId27"/>
    <p:sldId id="358" r:id="rId28"/>
    <p:sldId id="359" r:id="rId29"/>
    <p:sldId id="360" r:id="rId30"/>
    <p:sldId id="361" r:id="rId31"/>
    <p:sldId id="362" r:id="rId32"/>
    <p:sldId id="2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21-05-2020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21-05-2020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21-05-2020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</a:t>
            </a:r>
            <a:r>
              <a:rPr lang="en-IN" sz="280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Database </a:t>
            </a:r>
            <a:endParaRPr lang="en-US" sz="4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Terms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21-05-2020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Database Data Modeling Terms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Key-Value Architecture Terms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Key-Value Implementation Terms</a:t>
            </a: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Modeling Terms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are abstractions that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 the information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conveyed by the data in databases. They are different from data structures.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 are well-defined data storage structures that are implemented 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elements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underlying hardware, particularly 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persistent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storage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such as hard drives and flash devices.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example, an integer variable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programming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language may be implemented as a set of four contiguous bytes, or 32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bits. 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array of 100 integers can be implemented as a contiguous set of 4-byte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memory addresses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 provide higher-level organizations than available at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machine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level.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76" y="365125"/>
            <a:ext cx="6837647" cy="59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1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Modeling Terms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provide a layer of abstraction above data structures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allows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 application developers to focus more on the information that must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managed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less on implementation issues.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models typically organize multiple kinds of related information.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elements of data models vary with the type of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Relational databases are organized around tables.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Tables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used to store information about entities, such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customers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patients, orders, and surgeries. Entities have attributes that capture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about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particular entities.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28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Modeling Terms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63114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customer management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model could model information about customers’ names,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addresses, 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payment histories.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databases could include information such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patients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names, ages, genders, current prescriptions, past surgeries, allergies,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other medically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relevant details.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1558873"/>
            <a:ext cx="41243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8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key-value databases are similarly not values but are ways of finding and manipulating values.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address 1232 NE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River 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is a reference to a building located in a particular place. Among other things, it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enables postal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workers and delivery services to find a particular building and drop off or pick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up letters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packages.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string “1232 NE River St.” is obviously not a building, but it 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way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find the corresponding building.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3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key can take on different forms depending on the key-value database used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minimum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 key is specified as a string of characters, such as "Cust9876"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 "Patient:A384J:Allergies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data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 are used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keys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 supported key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types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version 2.8.13 include</a:t>
            </a: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Sorted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Hashes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76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developers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term data structures server instead of key-value data 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ordered collections of strings.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collections of unique items in no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particular order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as the name implies, are collections of unique items in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particular order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data structures that have key-value characteristics: They map from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one string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another.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binary integer arrays in which each individual bit can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manipulated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various bit array operations.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8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- Limitations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Keep in mind that strings should not be too long.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keys will use more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tend to be memory-intensive systems already.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same time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avoid keys that are too short.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keys are more likely to lead to conflicts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key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names. For example, the key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CMP:1897:Name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could refer to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a marketing campaign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a component in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product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A better option would be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CAMPN:1897:Name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refer to a marketing campaign and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COMPT:1897:Name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refer to a component in a product.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9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definition of value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respect to key-value databases is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vague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it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almost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useful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is an object, typically a set of bytes, that has been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associated with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key.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integers, floating-point numbers, strings of characters,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binary large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objects (BLOBs),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semi-structured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constructs such as JSON objects, images,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audio, and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just about any other data 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you can represent as a series of bytes.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67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important to understand that different implementations of key-value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 have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restrictions on values.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key-value databases will have a limit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size of a value.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for example,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have a string value up to 512MB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length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FoundationDB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(foundationdb.com), a key-value database known for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its support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ACID transactions,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 the size of values to 100,000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implementations will vary in the types of operations supported on values.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least, a key-value database will support getting and setting values.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32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namespace is a collection of key-value pairs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think of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 namespace as a set,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 collection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, a list of key-value pairs without duplicates, or a bucket for holding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key-value pairs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namespace could be an entire key-value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database.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characteristic of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namespace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is a collection of key-value pairs that has no duplicate keys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permissible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have duplicate values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namespace. Namespaces are helpful when multiple applications use a key-value database.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3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64217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Namespaces enable duplicate keys to exist without causing conflicts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by maintaining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separate collections of keys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977" y="1780510"/>
            <a:ext cx="4722227" cy="430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partitioned cluster is a group of servers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which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 or instances of key-value database software running on servers are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assigned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subsets of a database.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Let’s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a simple example of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two-server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Each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 is running key-value database software.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Ideally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each server should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handle 50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% of the workload. There are several ways to handle this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could simply decide that all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starting with the letters A through L are handled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Server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and all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starting with M through Z are managed by Server 2.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case, you are partitioning data based 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first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letter of the key (see Figure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1).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29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227" y="1975953"/>
            <a:ext cx="1973830" cy="3603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314" y="1780381"/>
            <a:ext cx="387986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6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Servers in a cluster are assigned subsets of data to manage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multiple instances of key-value database software run on servers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cluster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servers can be added to the cluster and instances reallocated to balance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workload (Figure-2).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Note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server may support more than one partition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This can happen if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servers are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running virtual machines and each virtual machine supports a single partition.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Alternatively,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databases may run multiple instances of partition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on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server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This allows for a number of partitions larger than the number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servers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6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Key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partition key is a key used to determine which partition should hold a data value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previous example, the first letter of a key name is used to determine which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partition manages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 strategies are partitioning by numeric value and string value.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key in a key-value database is used as a partition key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good partition keys are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ones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distribute workloads evenly.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49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Schemaless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716835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Schemaless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term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describes the logical model of a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In the case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key value databases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you are not required to define all the keys and types of values you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will use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prior to adding them to the database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Schemaless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models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allow you to make changes as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needed without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changing a schema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catalogs all keys and value types (see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Figure).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Schemaless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models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for multiple types of representations of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to exist simultaneously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036" y="2050562"/>
            <a:ext cx="3798764" cy="350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9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Architecture Terms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architecture of a key-value database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set of characteristics about the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servers, networking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components, and related software that allows multiple servers to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 their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Three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terms frequently appear when discussing key-value architectures: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Rings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2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 are sets to connected computers that coordinate their operations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(see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Figure). Clusters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may be loosely or tightly coupled.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Loosely 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coupled clusters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consist of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fairly independent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servers that complete many functions on their own with minimal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coordination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other servers in the cluster.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529" y="3620787"/>
            <a:ext cx="2511271" cy="2735563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3669477"/>
            <a:ext cx="8113295" cy="2638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Tightly coupled clusters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tend to have high levels of communication between servers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 This is needed to support more coordinated operations, or calculations, on the cluster.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clusters tend to be loosely coupled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 ring architecture of key-value databases links adjacent nodes in the cluster</a:t>
            </a:r>
          </a:p>
        </p:txBody>
      </p:sp>
    </p:spTree>
    <p:extLst>
      <p:ext uri="{BB962C8B-B14F-4D97-AF65-F5344CB8AC3E}">
        <p14:creationId xmlns:p14="http://schemas.microsoft.com/office/powerpoint/2010/main" val="376459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ring is a logical structure for organizing partitions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 ring is a circular pattern in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which each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server or instance of key-value database software running on a server is linked to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two adjacent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servers or instances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Each server or instance is responsible for managing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range of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based on a partition key.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a simple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hashlike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function that maps a partition key from a string; for example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'cust:8983:firstName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 to a number between 0 and 95.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assume that you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have 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eight-node cluster and the servers are labeled Server 1, Server 2, Server 3, and so on.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eight servers and 96 possible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hash like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values, you could map the partitions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servers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as shown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next Table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09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3435417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this model, Server 2 is linked to Server 1 and Server 3; Server 3 is linked to Server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 4; and so on. Server 1 is linked to Server 8 and Server 2. Refer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Figure to see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graphical depiction of a ring architecture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way to replicate data is to write copies of data to adjacent nodes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cluster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ring.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98" y="2262913"/>
            <a:ext cx="3642650" cy="28577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566" y="1601179"/>
            <a:ext cx="3116234" cy="429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8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is the process of saving multiple copies of data in your cluster. This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for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availability as described previously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parameter you will want to consider is the number of replicas to maintain.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replicas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have, the less likely you will lose data; however, you might have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performance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 large number of replicas.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your data is easily regenerated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reloaded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into your key-value database, you might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want to use a small number of replicas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you have little tolerance for losing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higher replica number is recommended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1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Implementation Terms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terms discussed in this last set of key-value vocabulary deal with topics you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generally do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 work with directly.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 cover operations that happen behind the scenes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application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programs but are nonetheless crucial to the functioning of a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database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77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functions are algorithms that map from an input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—for</a:t>
            </a:r>
            <a:r>
              <a:rPr lang="en-US" sz="2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example, a string of </a:t>
            </a:r>
            <a:r>
              <a:rPr lang="en-US" sz="23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  <a:r>
              <a:rPr lang="en-US" sz="23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output string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size of the input can vary, but the size of the output is </a:t>
            </a:r>
            <a:r>
              <a:rPr lang="en-US" sz="2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the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same.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example, a simple string like 'Hello world' maps </a:t>
            </a:r>
            <a:r>
              <a:rPr lang="en-US" sz="2300" dirty="0" smtClean="0">
                <a:latin typeface="Arial" panose="020B0604020202020204" pitchFamily="34" charset="0"/>
                <a:cs typeface="Arial" panose="020B0604020202020204" pitchFamily="34" charset="0"/>
              </a:rPr>
              <a:t>to “2aae6c35c94fcfb415dbe95f408b9ce91ee846ed”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Hash functions are generally designed to distribute inputs evenly over the set of </a:t>
            </a:r>
            <a:r>
              <a:rPr lang="en-US" sz="2300" dirty="0" smtClean="0">
                <a:latin typeface="Arial" panose="020B0604020202020204" pitchFamily="34" charset="0"/>
                <a:cs typeface="Arial" panose="020B0604020202020204" pitchFamily="34" charset="0"/>
              </a:rPr>
              <a:t>all possible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outputs. The output space can be quite large</a:t>
            </a:r>
            <a:r>
              <a:rPr lang="en-US" sz="23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99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example, the SHA-1 has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2^160 possible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output values. This is especially useful when hashing keys.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No matter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how similar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your keys are, they are evenly distributed across the range of possible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output values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. The ranges of output values can be assigned to partitions and you can </a:t>
            </a:r>
            <a:r>
              <a:rPr lang="en-US" sz="22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be reasonably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assured that each partition will receive approximately the same amount of data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example, assume you have a cluster of 16 nodes and each node is responsible for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one partition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You can use the first digit output by the SHA-1 function to determine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which partition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should receive the data.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might recall, the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SHA-1 function outputs a hexadecimal, or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base-16, number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 The hexadecimal digits are 0–9 and a–f for a total of 16 digits.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82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collision occurs when two distinct inputs to a hash function produce the same output.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it is difficult to 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two inputs that map to the same hash function output,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hash function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known as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 resistant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hash table is not collision resistant or if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encounter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of those rare cases in which two inputs map to the same output,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need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collision resolution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 simple method to deal with this is to implement a list in each cell of a hash 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Most entries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will include a single value, but if there are collisions, the hash table cell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will maintain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list of keys and values, as shown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Figure.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5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is a logical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representation of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generic solution to the collision problem; actual implementations may vary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Collisions with hash functions are managed using collision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resolution strategies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such as maintaining linked lists of values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137" y="3498850"/>
            <a:ext cx="61817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4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databases are memory intensive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Large numbers of large values can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quickly consume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substantial amounts of memory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way to optimize memory and persistent storage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use compression techniques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compression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algorithm for key-value stores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perform compression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decompression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as fast as possible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entails a trade-off between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compression/decompression and the size of the compressed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Faster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compression algorithms can lead to larger compressed data than other,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slower algorithms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(see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Figure).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53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example, the 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Snappy compression algorithm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compresses 250MB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per second and decompresses 500MB per second on a Core i7, 64-bit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mode processor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produces compressed data that is 20% to 100% larger than the same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data compressed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other algorithms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 algorithms may be designed to </a:t>
            </a:r>
            <a:endParaRPr lang="en-US" sz="22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speed or </a:t>
            </a: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size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3273742"/>
            <a:ext cx="451485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5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Key-Value Database Data Modeling Terms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Key-Value Architecture Terms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Implementation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Reference: NoSQL for Mere Mortals by Dan Sullivan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4523</TotalTime>
  <Words>2564</Words>
  <Application>Microsoft Office PowerPoint</Application>
  <PresentationFormat>Widescreen</PresentationFormat>
  <Paragraphs>242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3</vt:lpstr>
      <vt:lpstr>Objectives</vt:lpstr>
      <vt:lpstr>Data Modeling Terms</vt:lpstr>
      <vt:lpstr>PowerPoint Presentation</vt:lpstr>
      <vt:lpstr>Data Modeling Terms</vt:lpstr>
      <vt:lpstr>Data Modeling Terms</vt:lpstr>
      <vt:lpstr>Key</vt:lpstr>
      <vt:lpstr>Key</vt:lpstr>
      <vt:lpstr>Key</vt:lpstr>
      <vt:lpstr>Key - Limitations</vt:lpstr>
      <vt:lpstr>Value</vt:lpstr>
      <vt:lpstr>Value</vt:lpstr>
      <vt:lpstr>Namespace</vt:lpstr>
      <vt:lpstr>Namespace</vt:lpstr>
      <vt:lpstr>Partition</vt:lpstr>
      <vt:lpstr>Partition</vt:lpstr>
      <vt:lpstr>Partition</vt:lpstr>
      <vt:lpstr>Partition Key</vt:lpstr>
      <vt:lpstr>Schemaless</vt:lpstr>
      <vt:lpstr>Key-Value Architecture Terms</vt:lpstr>
      <vt:lpstr>Clusters</vt:lpstr>
      <vt:lpstr>Ring</vt:lpstr>
      <vt:lpstr>Ring</vt:lpstr>
      <vt:lpstr>Replication</vt:lpstr>
      <vt:lpstr>Key-Value Implementation Terms</vt:lpstr>
      <vt:lpstr>Hash Function</vt:lpstr>
      <vt:lpstr>Hash Function</vt:lpstr>
      <vt:lpstr>Collision</vt:lpstr>
      <vt:lpstr>Collision</vt:lpstr>
      <vt:lpstr>Compression</vt:lpstr>
      <vt:lpstr>Compression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222</cp:revision>
  <dcterms:created xsi:type="dcterms:W3CDTF">2019-11-30T05:18:24Z</dcterms:created>
  <dcterms:modified xsi:type="dcterms:W3CDTF">2020-05-21T07:41:06Z</dcterms:modified>
</cp:coreProperties>
</file>