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364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1" r:id="rId15"/>
    <p:sldId id="400" r:id="rId16"/>
    <p:sldId id="402" r:id="rId17"/>
    <p:sldId id="405" r:id="rId18"/>
    <p:sldId id="403" r:id="rId19"/>
    <p:sldId id="404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72" y="-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21-02-2023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21-02-2023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21-02-2023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21-02-2023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21-02-2023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21-02-2023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redis.io/comman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Key-Value Database </a:t>
            </a: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21-02-2023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 on Strings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 on Lists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Set - Set the string value of a key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set name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Get - Get the value of a key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get name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Mset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- Set multiple keys to multiple values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mset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name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age 23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09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Mget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- Get the values of all the given keys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mget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name age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"23“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Append – used to append the value along with value available in given key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append name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get name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krishnanrao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88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Increment the INTEGER data type value by 1 of the given key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24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Decrement the INTEGER data type value by 1 of the given key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23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will through an error if the value is NOT of an integer type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58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Incrby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Increment the INTEGER data type value by given value of the given key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incrby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age 4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27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Decrby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Decrement the INTEGER data type value by given value of the given key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decrby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age 5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22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Decr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by value must be of an integer type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95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Setex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used to set the expiration time in seconds for the key-value pair to be alive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setex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login 10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tempuser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get login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tempuser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get login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(nil)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92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Setnx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it will insert the key-value pair only if the same key is NOT exist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get name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krishnanrao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setnx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name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newname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0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setnx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newname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radha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get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newname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radha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60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Strlen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used to find the length of the value available in the given key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strlen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11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Del – used to delete a key-value pair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del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newname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Exists – used to verify whether the key is already exists of not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exists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newname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(integer) 0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4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Rename – used to rename the already exist key. If the key is not available, you will get “ERR no such key” error.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rename name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stu_name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get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stu_name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krishnanrao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22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Key pattern – used to find the available key that matches the pattern.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mset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ironman 98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spiderman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90 superman 97 batman 95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keys s*n      // * multiple any characters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spiderman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2) "superman“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&gt; set man 10    // ? Single any character</a:t>
            </a:r>
          </a:p>
          <a:p>
            <a:pPr marL="0" indent="0"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&gt; keys m?n</a:t>
            </a:r>
          </a:p>
          <a:p>
            <a:pPr marL="0" indent="0"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1) "man"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9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mset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sam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chennai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ram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delhi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tom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mumbai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keys s[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]m	// any one from the list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sam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&gt; keys r[^o]m   	//except o anything else</a:t>
            </a: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1) "ram"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05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lpush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apple 		//insert apple at front end in fruits list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lpush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orange	 //insert orange at front end in fruits list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2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		//display list element from limit 0 to 10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"orange"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"apple"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4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rpush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graphs	 	//insert graphs at back end in fruits list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3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rpush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mango		//insert mango at back end in fruits list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4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		//display list element from limit 0 to 10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"orange"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3) "graphs"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31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lpop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fruits		//removes first element and returns from the list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"orange“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rpop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fruits	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//removes last element and returns from the list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"mango“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llen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fruits		//returns the size of the list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(integer) 2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125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"graphs"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1 banana	//insert banana at index 1 by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replacing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graphs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"banana"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08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5264217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Inserts an element before or after another element in a list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lindex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2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02416" y="1690687"/>
            <a:ext cx="5264217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linsert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orange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3) "orange"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288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32004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Lrem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2) "banana"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3) "orange"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4) "orange"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6)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7)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8) "orange"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9) "orange"</a:t>
            </a:r>
          </a:p>
          <a:p>
            <a:pPr marL="0" indent="0">
              <a:buNone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034520" y="2052637"/>
            <a:ext cx="2458662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lrem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 fruits 1 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endParaRPr lang="fr-F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)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2) "orange"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3) "orange"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6) "</a:t>
            </a:r>
            <a:r>
              <a:rPr lang="fr-FR" sz="17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7) "orange"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8) "orange"</a:t>
            </a: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493182" y="1690688"/>
            <a:ext cx="2689319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lrem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fruits -2 orange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) 2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2) "orange"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3) "orange"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6) "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631192" y="3390449"/>
            <a:ext cx="2592928" cy="26710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lrem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fruits 0 orange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) 2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79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lrange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0 10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1) "banana"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4) 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lindex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fruits 2	//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to display the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at the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specified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index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51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 on Strings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 on Lists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https://redis.io/commands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Dummies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4869</TotalTime>
  <Words>1303</Words>
  <Application>Microsoft Office PowerPoint</Application>
  <PresentationFormat>Widescreen</PresentationFormat>
  <Paragraphs>280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5</vt:lpstr>
      <vt:lpstr>Objectives</vt:lpstr>
      <vt:lpstr>String Commands</vt:lpstr>
      <vt:lpstr>String Commands</vt:lpstr>
      <vt:lpstr>String Commands</vt:lpstr>
      <vt:lpstr>String Commands</vt:lpstr>
      <vt:lpstr>String Commands</vt:lpstr>
      <vt:lpstr>String Commands</vt:lpstr>
      <vt:lpstr>String Commands</vt:lpstr>
      <vt:lpstr>String Commands</vt:lpstr>
      <vt:lpstr>String Commands</vt:lpstr>
      <vt:lpstr>String Commands</vt:lpstr>
      <vt:lpstr>List Commands</vt:lpstr>
      <vt:lpstr>List Commands</vt:lpstr>
      <vt:lpstr>List Commands</vt:lpstr>
      <vt:lpstr>List Commands</vt:lpstr>
      <vt:lpstr>List Commands</vt:lpstr>
      <vt:lpstr>List Commands</vt:lpstr>
      <vt:lpstr>List Commands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262</cp:revision>
  <dcterms:created xsi:type="dcterms:W3CDTF">2019-11-30T05:18:24Z</dcterms:created>
  <dcterms:modified xsi:type="dcterms:W3CDTF">2023-02-21T07:21:38Z</dcterms:modified>
</cp:coreProperties>
</file>