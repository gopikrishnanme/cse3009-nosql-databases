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332" r:id="rId4"/>
    <p:sldId id="425" r:id="rId5"/>
    <p:sldId id="426" r:id="rId6"/>
    <p:sldId id="427" r:id="rId7"/>
    <p:sldId id="428" r:id="rId8"/>
    <p:sldId id="429" r:id="rId9"/>
    <p:sldId id="430" r:id="rId10"/>
    <p:sldId id="431" r:id="rId11"/>
    <p:sldId id="432" r:id="rId12"/>
    <p:sldId id="433" r:id="rId13"/>
    <p:sldId id="434" r:id="rId14"/>
    <p:sldId id="435" r:id="rId15"/>
    <p:sldId id="436" r:id="rId16"/>
    <p:sldId id="437" r:id="rId17"/>
    <p:sldId id="439" r:id="rId18"/>
    <p:sldId id="438" r:id="rId19"/>
    <p:sldId id="440" r:id="rId20"/>
    <p:sldId id="441" r:id="rId21"/>
    <p:sldId id="442" r:id="rId22"/>
    <p:sldId id="25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03-03-2020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03-03-2020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03-03-2020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03-03-2020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03-03-2020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03-03-2020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03-03-2020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03-03-2020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2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Column-store </a:t>
            </a:r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internals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03-03-2020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Joins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particular query plan, various tables are accessed.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process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accessing several columns to create a record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known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 creation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tuples based on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 in the query plan is known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materialization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query plan tuple is created if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join condition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satisfied.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process where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tuples (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join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 is satisfied) are stitched together as soon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possible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during a query plan is known as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materialization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4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process where the tuples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not created until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part of the query plan is processed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(apart from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checking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the join condition) is termed as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generally is the operation specified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condition of a query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process is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useful because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saves the CPU from performing operation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joining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unnecessary tuples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22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sum(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R.a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from R, S where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R.c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S.b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5&lt;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R.a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&lt;20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40&lt;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R.b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&lt;50 and 30&lt;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S.a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&lt;40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140" y="2663511"/>
            <a:ext cx="9989720" cy="369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5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25" y="1884259"/>
            <a:ext cx="5667375" cy="36671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331" y="1884259"/>
            <a:ext cx="368617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4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25" y="1999597"/>
            <a:ext cx="63817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3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289969"/>
            <a:ext cx="88392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16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2627346"/>
            <a:ext cx="89154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8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7" y="2061911"/>
            <a:ext cx="63722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4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083356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Executing the following query which includes two table T,R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Query 1:SELECT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T.A,T.B,R.B’ FROM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 JOIN R ON (T.A=R.A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’) WHERE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A&gt;5 AND B&lt;50 AND C’&lt;35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56" y="1463040"/>
            <a:ext cx="4432244" cy="480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9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an early materialization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strategy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is used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relative to a join, tuples have already been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constructed before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reaching the join operator, so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join functions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it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in a standard row-store system and outputs tuples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alternative algorithm can be used with a late materialization strategy, however. In this case, only the columns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that compose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join predicate are input to the join.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output of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join is a set of pairs of positions in the two input relations for which the predicate succeeded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06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367665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many join algorithms, the output positions for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left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(outer) input relation will be sorted while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output positions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the right (inner) input relation will not.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7665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because the positions in the left column are usually iterated through in order, while the right relation is probed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 join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predicate matches.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65362"/>
            <a:ext cx="2552700" cy="1666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62" y="4211624"/>
            <a:ext cx="26193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2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Consider,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emp.age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dept.name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emp.dept_id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dept.id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Unsorted positional output is problematic since typically after the join, other columns from the joined tables will be needed.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Unordered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positional lookups are problematic since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extracting values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from a column in this unordered fashion requires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jumping around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storage for each position, causing significant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slowdown.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08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Jive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8026666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joined the column of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size with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column of size 4 above, we received the following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positional output: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list of positions for the right (inner) table is out of order.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Let’s assume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we want to extract the customer name attribute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from 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inner table according to this list of positions, which contains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following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four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customers.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75" y="1690688"/>
            <a:ext cx="80962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5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Jive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basic idea of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Jive join is to add an additional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to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list of positions that we want to extract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that is 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densely increasing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sequence of integers: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261" y="3475831"/>
            <a:ext cx="504825" cy="1447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185" y="3561556"/>
            <a:ext cx="571500" cy="13620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713" y="3523456"/>
            <a:ext cx="1438275" cy="13525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7016" y="3484556"/>
            <a:ext cx="1466850" cy="13811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8787" y="3523456"/>
            <a:ext cx="1095375" cy="13525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5999" y="3361531"/>
            <a:ext cx="80962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55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Group-By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Group-by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typically a hash-table based operation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modern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column-stores and thus it exploits similar properties as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discussed 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join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section.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particular, we may create a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 hash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i.e., where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the grouped attribute can be used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leading 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better access patterns when probing.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05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Aggregation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operations make heavy use of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columnar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layout.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particular, they can work on only the relevant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column with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tight for-loops.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example, assume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sum(), min(), max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(), </a:t>
            </a:r>
            <a:r>
              <a:rPr lang="en-US" sz="2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operators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 such an operator only needs to scan the relevant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column (or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intermediate result which is also in a columnar form),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maximizing 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utilization of memory bandwidth.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 is shown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Figure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Slide 5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Step 11, where we see that the sum operator may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access only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relevant data in a columnar form.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20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Arithmetic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operators that may be used in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select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clause in an SQL query, i.e., math operators (such as +,-*,/)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also exploit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columnar layout to perform those actions efficiently.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However, 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cases, because such operators typically need to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operate 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groups of columns,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A+B+C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From R ...,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they typically have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materialize intermediate results for each action.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02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Inserts/updates/deletes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natural approach to implement the write-store is to store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differences (inserts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deletes, and updates) in an in-memory structure.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MonetDB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columns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i.e., for every base column in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schema there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two auxiliary columns to store pending inserts and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pending deletes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 an update is a delete followed by an insert.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C-Store proposed that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write optimized store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could also use a row-format which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speeds up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updates even more as only one I/O is needed to write a single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new row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(but merging of updates in the column format becomes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potentially more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expensive).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00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Inserts/updates/deletes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VectorWise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uses a novel data structure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called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Positional Delta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Trees (PDTs) to store differences.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 advantage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is that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merging is based on knowledge of the position where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differences apply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not on the sort key of the table, which can be composite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complex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61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Late Materialization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Joins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3418</TotalTime>
  <Words>1107</Words>
  <Application>Microsoft Office PowerPoint</Application>
  <PresentationFormat>Widescreen</PresentationFormat>
  <Paragraphs>134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5     Topic   : 4</vt:lpstr>
      <vt:lpstr>Objectives</vt:lpstr>
      <vt:lpstr>Late Materialization</vt:lpstr>
      <vt:lpstr>Late Materialization</vt:lpstr>
      <vt:lpstr>Late Materialization</vt:lpstr>
      <vt:lpstr>Late Materialization</vt:lpstr>
      <vt:lpstr>Late Materialization</vt:lpstr>
      <vt:lpstr>Late Materialization</vt:lpstr>
      <vt:lpstr>Late Materialization</vt:lpstr>
      <vt:lpstr>Late Materialization</vt:lpstr>
      <vt:lpstr>Late Materialization</vt:lpstr>
      <vt:lpstr>Joins</vt:lpstr>
      <vt:lpstr>Joins</vt:lpstr>
      <vt:lpstr>Joins</vt:lpstr>
      <vt:lpstr>Jive join</vt:lpstr>
      <vt:lpstr>Jive join</vt:lpstr>
      <vt:lpstr>Group-By</vt:lpstr>
      <vt:lpstr>Aggregation</vt:lpstr>
      <vt:lpstr>Arithmetic Operations</vt:lpstr>
      <vt:lpstr>Inserts/updates/deletes</vt:lpstr>
      <vt:lpstr>Inserts/updates/deletes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gopikrishnan sundaram</cp:lastModifiedBy>
  <cp:revision>171</cp:revision>
  <dcterms:created xsi:type="dcterms:W3CDTF">2019-11-30T05:18:24Z</dcterms:created>
  <dcterms:modified xsi:type="dcterms:W3CDTF">2020-03-03T07:22:27Z</dcterms:modified>
</cp:coreProperties>
</file>