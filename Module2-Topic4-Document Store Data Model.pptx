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60" r:id="rId4"/>
    <p:sldId id="331" r:id="rId5"/>
    <p:sldId id="332" r:id="rId6"/>
    <p:sldId id="333" r:id="rId7"/>
    <p:sldId id="335" r:id="rId8"/>
    <p:sldId id="334" r:id="rId9"/>
    <p:sldId id="336" r:id="rId10"/>
    <p:sldId id="288" r:id="rId11"/>
    <p:sldId id="317" r:id="rId12"/>
    <p:sldId id="319" r:id="rId13"/>
    <p:sldId id="320" r:id="rId14"/>
    <p:sldId id="337" r:id="rId15"/>
    <p:sldId id="338" r:id="rId16"/>
    <p:sldId id="321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03-02-2023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03-02-2023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C1E61-D260-86E5-4CE2-5823D5FE29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45107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03-02-2023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3FD203-6B78-DC20-BADF-CAB6935CEA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45107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03-02-2023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D0FEDF-2B78-A6FC-9D3C-8AB9059DDF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45107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03-02-2023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AC3110-956B-7B07-6F24-69074638F4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45107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03-02-2023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65D31B-D80C-7245-E00C-706E41F795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45107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03-02-2023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03-02-2023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03-02-2023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03-02-2023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03-02-2023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03-02-2023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03-02-2023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b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Data Model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03-02-2023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Document Data Model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273842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Document stores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a tree structure that begins with a root node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have sub branches that can also contain sub-branches.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 data values are usually stored at the leaf levels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a tree.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399" y="1992266"/>
            <a:ext cx="5117401" cy="268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5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85724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Documents are the main concept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document databases.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database stores and retrieves documents,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can be XML, JSON, BSON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so on.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documents are self-describing, hierarchical tree data structures which can consist of maps, collections, and scalar values.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440" y="2117592"/>
            <a:ext cx="4754257" cy="363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42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documents stored are similar to key-value data store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but do not have to be exactly the same.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Document-Oriented NoSQL DB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 and retrieves data as a key value pair but the value part is stored as a document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document is stored in JSON or XML formats.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document contains semi-structured data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can be queried against using various query and analytics tools of the DBMS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243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Data Model VS RDBMS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https://www.guru99.com/images/1/101818_0537_NoSQLTutori8.png"/>
          <p:cNvSpPr>
            <a:spLocks noChangeAspect="1" noChangeArrowheads="1"/>
          </p:cNvSpPr>
          <p:nvPr/>
        </p:nvSpPr>
        <p:spPr bwMode="auto">
          <a:xfrm>
            <a:off x="2677469" y="2377439"/>
            <a:ext cx="4127591" cy="4127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0A73EB-04D0-CFA5-924E-F128F8232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525" y="1619137"/>
            <a:ext cx="4747671" cy="15012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AB12D5-D30E-3319-5620-CDCE5CA52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766" y="3222436"/>
            <a:ext cx="4732430" cy="294919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238598C-EAAE-4FF7-AEDC-792A58C5E00E}"/>
              </a:ext>
            </a:extLst>
          </p:cNvPr>
          <p:cNvSpPr txBox="1">
            <a:spLocks/>
          </p:cNvSpPr>
          <p:nvPr/>
        </p:nvSpPr>
        <p:spPr>
          <a:xfrm>
            <a:off x="7013608" y="1626804"/>
            <a:ext cx="4340192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Example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US" sz="2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db.mycol.find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{ $and: [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{key1: value1}, {key2:value2}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]   } 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db.cse.find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({ $and: [{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{$gt:500}},{mark:{$gte:70}} ] } )</a:t>
            </a:r>
            <a:endParaRPr lang="en-US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021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document stores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documents together in collections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These collections look like a directory structure OS file systems.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Document collections can be used in many ways to manage large document stores.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collections can serve as ways to 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navigate document hierarchies, 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logically group similar documents, and 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store business rules such as permissions, indexes, and triggers.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Collections can contain other collections and trees can contain subtrees.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139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293093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XML Document 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&lt;artist&gt;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&lt;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artistname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IronMaiden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&lt;/&lt;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artistname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&lt;albums&gt;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&lt;album&gt;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  &lt;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albumname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&gt;The Book of Souls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  &lt;/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albumname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&lt;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datereleased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&gt;2015&lt;/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datereleased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&lt;genre&gt;Hard Rock&lt;/genre&gt;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&lt;/album&gt;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&lt;/artist&gt;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428873" y="1690688"/>
            <a:ext cx="5360469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 Document 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'_id' : 1,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'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artistName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' : { 'Iron Maiden'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'albums' : [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'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albumname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' : 'The Book of Souls',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'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datereleased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' : 2015,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'genre' : 'Hard Rock'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9826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756133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some situations, the collection in a document store is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as a container for a web application package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packaging format, called a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xar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is similar to a Java JAR file or a WAR file on Java web servers.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Packaged applications </a:t>
            </a: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contain scripts as well as data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They’re loaded into the document store and use packaging tools (scripts) to reload the data.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packaging features </a:t>
            </a: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document stores more versatile, expanding their functionality to become application servers as well as document stores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https://dpzbhybb2pdcj.cloudfront.net/mccreary/Figures/04fig2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274" y="1690688"/>
            <a:ext cx="3540526" cy="441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510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Data Model – Data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4128586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How a document path is used like a key to get the value out of a specific cell in a document?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In this example, the path to the street name is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People/Person[id='123']/Address/Street/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StreetName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/text().</a:t>
            </a:r>
            <a:endParaRPr lang="en-IN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894" y="1687741"/>
            <a:ext cx="6059905" cy="449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68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Store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document store has an API or query language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specifies the path or path expression to any node or group of nodes.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example, to select the seventh person in a list of people, you might specify this query: Person[7].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Next to look in the Address section, the full path name to the street name is the following: People/Person[id='123']/Address/Street/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StreetName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/text().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Document databases such as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provide a rich query language and constructs such as database, indexes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allowing for easier transition from relational databases.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735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store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document store can come in many varieties. 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Some are based on simple serialized object trees and some are more complex, containing content that might be found in web pages with text markup. 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Simpler document structures are often associated with serialized objects and may use the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 Object Notation (JSON)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format.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our context we refer to 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Serialized object stores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JSON data stores as and 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Native format document stores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support complex content as true document stores with XML.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80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 of the Document Model over Key-Value Stores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 benefit that document store databases have over key-value databases, is that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query the data itself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can query against the structure of the document, as well as the elements within that structure. Therefore,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return only those parts of the document that you require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 a key-value database, you get the whole value – no matter how big (and seemingly structured) it might be. You can’t query within the value.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054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Store suitable for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Document store databases are preferable for: 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Web Applications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User Generated Content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Catalog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Gaming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Networking/computing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E-commerce platforms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Content management systems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Analytics platforms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Blogging platforms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68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Store Not suitable for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document type is mostly used for CMS systems, blogging platforms, real-time analytics &amp; e-commerce applications. 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Document store NoSQL databases are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the right choice if you have to run complex search queries or if your application requires complex multiple operation transactions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Here are examples of some of the leading document store DBMSs.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MongoDB,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DocumentDB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CouchDB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MarkLogic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OrientDB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448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study: ad server with MongoDB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Do you ever wonder how those banner ads show up on the web pages you browse or how they really seem to target the things you like or are interested in? 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It’s done with </a:t>
            </a:r>
            <a:r>
              <a:rPr lang="en-US" sz="2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 serving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original reason for MongoDB, was to create a service that would quickly send a banner ad to an area on a web page for millions of users at the same time.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MongoDB can be used in some of the following use cases: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Content management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Real-time operational intelligence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Product data management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User data management.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234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Document Data Model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1408</TotalTime>
  <Words>1249</Words>
  <Application>Microsoft Office PowerPoint</Application>
  <PresentationFormat>Widescreen</PresentationFormat>
  <Paragraphs>164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2     Topic   : 4</vt:lpstr>
      <vt:lpstr>Objectives</vt:lpstr>
      <vt:lpstr>Document Data Model</vt:lpstr>
      <vt:lpstr>Document Data Model</vt:lpstr>
      <vt:lpstr>Document Data Model</vt:lpstr>
      <vt:lpstr>Document Data Model VS RDBMS</vt:lpstr>
      <vt:lpstr>Document collections</vt:lpstr>
      <vt:lpstr>Document collections</vt:lpstr>
      <vt:lpstr>Application collections</vt:lpstr>
      <vt:lpstr>Document Data Model – Data Retrieval</vt:lpstr>
      <vt:lpstr>Document Store APIs</vt:lpstr>
      <vt:lpstr>Document store implementations</vt:lpstr>
      <vt:lpstr>Benefit of the Document Model over Key-Value Stores</vt:lpstr>
      <vt:lpstr>Document Store suitable for</vt:lpstr>
      <vt:lpstr>Document Store Not suitable for</vt:lpstr>
      <vt:lpstr>Case study: ad server with MongoDB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gopikrishnan sundaram</cp:lastModifiedBy>
  <cp:revision>80</cp:revision>
  <dcterms:created xsi:type="dcterms:W3CDTF">2019-11-30T05:18:24Z</dcterms:created>
  <dcterms:modified xsi:type="dcterms:W3CDTF">2023-02-03T03:22:56Z</dcterms:modified>
</cp:coreProperties>
</file>