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494" r:id="rId4"/>
    <p:sldId id="495" r:id="rId5"/>
    <p:sldId id="534" r:id="rId6"/>
    <p:sldId id="496" r:id="rId7"/>
    <p:sldId id="497" r:id="rId8"/>
    <p:sldId id="498" r:id="rId9"/>
    <p:sldId id="535" r:id="rId10"/>
    <p:sldId id="536" r:id="rId11"/>
    <p:sldId id="499" r:id="rId12"/>
    <p:sldId id="537" r:id="rId13"/>
    <p:sldId id="500" r:id="rId14"/>
    <p:sldId id="501" r:id="rId15"/>
    <p:sldId id="502" r:id="rId16"/>
    <p:sldId id="503" r:id="rId17"/>
    <p:sldId id="538" r:id="rId18"/>
    <p:sldId id="504" r:id="rId19"/>
    <p:sldId id="505" r:id="rId20"/>
    <p:sldId id="540" r:id="rId21"/>
    <p:sldId id="541" r:id="rId22"/>
    <p:sldId id="542" r:id="rId23"/>
    <p:sldId id="543" r:id="rId24"/>
    <p:sldId id="539" r:id="rId25"/>
    <p:sldId id="506" r:id="rId26"/>
    <p:sldId id="2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cs.mongodb.com/manual/tutori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 AND </a:t>
            </a:r>
            <a:r>
              <a:rPr lang="en-US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US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17-09-2025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replica set is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group of MongoDB instances that store the same set of data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Replicas are basically used in production to ensure a high availability of data.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Redundancy and data availability: 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Because of replication, we have redundant data across the MongoDB instances. 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We are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replication to provide a high availability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of data to the application. 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one instance of MongoDB is unavailable, we can serve data from another instance.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68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Replication also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the read capacity of applications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as reading operations can be sent to different servers and retrieve data faster.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By maintaining data on different servers, we can increase the locality of data and increase the availability of data for distributed applications.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We can use the replica copy for backup, reporting, as well as disaster recovery.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primary node receives all write operations. A replica set can have only one primary capable of confirming writes with { w: "majority" } write concern; although in some circumstances, another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mongod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instance may transiently believe itself to also be primary.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3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780510"/>
            <a:ext cx="5044590" cy="42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9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replica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replica set is a group of MongoDB instances that have the same dataset.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replica set has one arbiter node and multiple data-bearing nodes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data-bearing nodes, one node is considered the primary node while the other nodes are considered the secondary nodes.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All write operations happen at the primary node.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Once a write occurs at the primary node, the data is replicated across the secondary nodes internally to make copies of the data available to all nodes and to avoid data inconsistency.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1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replica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 primary node is not available for the operation, secondary nodes use election algorithms to select one of their nodes as a primary node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special node, called an </a:t>
            </a:r>
            <a:r>
              <a:rPr lang="en-US" sz="2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arbiter node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is added in the replica set. </a:t>
            </a:r>
            <a:r>
              <a:rPr lang="en-US" sz="2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arbiter node does not store any data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arbiter is used to maintain a quorum in the replica set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by responding to a heartbeat and election request sent by the secondary nodes in replica sets.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As an arbiter does not store data, it is a cost-effective resource used in the election process.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2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replica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votes in the election process are even, the arbiter adds a voice to choose a primary node.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arbiter node is always the arbiter, it will not change its behavior, unlike a primary or secondary node.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primary node can step down and work as secondary node, while secondary nodes can be elected to perform as primary nodes.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Secondary nodes apply read/write operations from a primary node to secondary nodes asynchronously.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4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812857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secondaries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replicate the primary’s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oplog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and apply the operations to their data sets such that the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secondaries’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data sets reflect the primary’s data set.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the primary is unavailable, an eligible secondary will hold an election to elect itself the new primary.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For more information on secondary members, see Replica Set Secondary Members.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0744"/>
            <a:ext cx="5425616" cy="198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4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812857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some circumstances (such as you have a primary and a secondary but cost constraints prohibit adding another secondary), you may choose to add a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mongod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instance to a replica set as an arbiter.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 arbiter participates in elections but does not hold data (i.e. does not provide data redundancy). For more information on arbiters, see Replica Set Arbiter.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972" y="2211285"/>
            <a:ext cx="5530855" cy="20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39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failover in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Primary nodes always communicate with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members every 10 seconds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it fails to communicate with the others in 10 seconds, other eligible secondary nodes hold an election to choose a primary-acting node among them.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secondary node that holds the election and receives the majority of votes is elected as a primary node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If there is an arbiter node, its vote is taken into consideration while choosing primary nodes.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30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failover in replication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37" y="1994094"/>
            <a:ext cx="5572125" cy="418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04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236368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Basically, the read operation happens at the primary node only, but we can specify the read operation to be carried out from secondary nodes also.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read from a secondary node does not affect data at the primary node.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Reading from secondary nodes can also give inconsistent data.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398" y="1690688"/>
            <a:ext cx="4389402" cy="411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1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is a methodology to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 data across multiple machines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is basically used for deployment with a large dataset and high throughput operations.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single database cannot handle a database with large datasets as it requires larger storage, and bulk query operations can use most of the CPU cycles, which slows down processing.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For such scenarios, we need more powerful systems.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3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One approach is to add more capacity to a single server, such as adding more memory and processing units or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adding more RAM on the single server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this is also called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scaling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Another approach is to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 a large dataset across multiple systems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and serve a data application to query data from multiple servers. This approach is called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scaling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MongoDB handles horizontal scaling through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88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clusters: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shard stores a subset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data. Also, each shard can be deployed as a replica set.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Mongos provide an interface between a client application and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cluster to route the query.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configuration server stores the metadata and configuration settings for the cluster. The MongoDB data is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at the collection level and distributed across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clusters.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 keys: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distribute documents in collections, MongoDB partitions the collection using the shard key. MongoDB shards data into chunks. These chunks are distributed across shards in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clusters.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9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clusters: Components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07" y="1690688"/>
            <a:ext cx="6403386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34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When we use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, the load of the read/write operations gets distributed across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clusters.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is used to distribute data across a shard cluster, we can increase the storage capacity by adding shards horizontally.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MongoDB allows continuing the read/write operation even if one of the shards is unavailable.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In the production environment, shards should deploy with a replication mechanism to maintain high availability and add fault tolerance in a system.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11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Non-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Collections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94761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A database can have a mixture of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unsharded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collections.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collections are partitioned and distributed across the shards in the cluster.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Unsharded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collections are stored on a primary shard. Each database has its own primary shard.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330" y="1690688"/>
            <a:ext cx="4304470" cy="464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10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Connecting to a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Cluster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947611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You must connect to a mongos router to interact with any collection in the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cluster.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This includes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unsharded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collections.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3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 should never connect to a single shard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in order to perform read or write operations.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314" y="2454442"/>
            <a:ext cx="5212363" cy="278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29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Strategy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MongoDB supports two </a:t>
            </a:r>
            <a:r>
              <a:rPr lang="en-US" sz="215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 strategies for distributing data across </a:t>
            </a:r>
            <a:r>
              <a:rPr lang="en-US" sz="2150" dirty="0" err="1">
                <a:latin typeface="Arial" panose="020B0604020202020204" pitchFamily="34" charset="0"/>
                <a:cs typeface="Arial" panose="020B0604020202020204" pitchFamily="34" charset="0"/>
              </a:rPr>
              <a:t>sharded</a:t>
            </a: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 clusters.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1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Hashed </a:t>
            </a:r>
            <a:r>
              <a:rPr lang="en-US" sz="215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US" sz="21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Hashed </a:t>
            </a:r>
            <a:r>
              <a:rPr lang="en-US" sz="215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 involves computing a hash of the shard key field’s value. Each chunk is then assigned a range based on the hashed shard key values.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MongoDB automatically computes the hashes when resolving queries using hashed indexes. Applications do not need to compute hashes.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While a range of shard keys may be “close”, their hashed values are unlikely to be on the same chunk.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946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Strategy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 distribution based on hashed values facilitates more even data distribution, especially in data sets where the shard key changes monotonically.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However, hashed distribution means that range-based queries on the shard key are less likely to target a single shard, resulting in more cluster wide broadcast operations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46" y="3808111"/>
            <a:ext cx="7540707" cy="25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59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Ranged </a:t>
            </a:r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US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Ranged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involves dividing data into ranges based on the shard key values. Each chunk is then assigned a range based on the shard key values.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range of shard keys whose values are “close” are more likely to reside on the same chunk. This allows for targeted operations as a mongos can route the operations to only the shards that contain the required data.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910" y="4065070"/>
            <a:ext cx="7060180" cy="22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69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Storing large data in MongoDB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MongoDB is document-based database, data is stored in JSON and XML documents.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MongoDB has a </a:t>
            </a:r>
            <a:r>
              <a:rPr lang="en-US" sz="23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size limit of 16 MB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. If the size of a JSON document exceeds 16 MB, instead of storing data as a single file, </a:t>
            </a:r>
            <a:r>
              <a:rPr lang="en-US" sz="23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 divides the file into chunks 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and each chunk is stored as a document in the system.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MongoDB creates a </a:t>
            </a:r>
            <a:r>
              <a:rPr lang="en-US" sz="23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chunk of 255 KB 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to divide files and only the last chuck can have less than 255 KB.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426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Storing large data in MongoDB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MongoDB uses two collections to work with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gridfs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One collection is used to store the chunk data and another collection is used to store the metadata. </a:t>
            </a:r>
          </a:p>
          <a:p>
            <a:pPr marL="539750" indent="-357188">
              <a:lnSpc>
                <a:spcPct val="11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When you query MongoDB for the operation of the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gridfs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file, MongoDB uses the metadata collection to perform the query and collect data from different chunks. </a:t>
            </a:r>
            <a:r>
              <a:rPr lang="en-US" sz="2350" dirty="0" err="1">
                <a:latin typeface="Arial" panose="020B0604020202020204" pitchFamily="34" charset="0"/>
                <a:cs typeface="Arial" panose="020B0604020202020204" pitchFamily="34" charset="0"/>
              </a:rPr>
              <a:t>GridFS</a:t>
            </a: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 stores data in two collections:</a:t>
            </a:r>
          </a:p>
          <a:p>
            <a:pPr marL="1077913" indent="-35718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chunks: Stores binary chunks.</a:t>
            </a:r>
          </a:p>
          <a:p>
            <a:pPr marL="1077913" indent="-357188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50" dirty="0">
                <a:latin typeface="Arial" panose="020B0604020202020204" pitchFamily="34" charset="0"/>
                <a:cs typeface="Arial" panose="020B0604020202020204" pitchFamily="34" charset="0"/>
              </a:rPr>
              <a:t>files:: Stores the file's metadata.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043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References:   </a:t>
            </a: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https://docs.mongodb.com/manual/tutorial/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54150" lvl="2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“Seven NoSQL Databases in a Week” Author: Aaron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Ploetz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Aaron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17-09-2025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4041</TotalTime>
  <Words>1832</Words>
  <Application>Microsoft Office PowerPoint</Application>
  <PresentationFormat>Widescreen</PresentationFormat>
  <Paragraphs>185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4     Topic   : 4</vt:lpstr>
      <vt:lpstr>Objectives</vt:lpstr>
      <vt:lpstr>Replication</vt:lpstr>
      <vt:lpstr>Replication</vt:lpstr>
      <vt:lpstr>Replication</vt:lpstr>
      <vt:lpstr>Working with replica sets</vt:lpstr>
      <vt:lpstr>Working with replica sets</vt:lpstr>
      <vt:lpstr>Working with replica sets</vt:lpstr>
      <vt:lpstr>Replication</vt:lpstr>
      <vt:lpstr>Replication</vt:lpstr>
      <vt:lpstr>Automatic failover in replication</vt:lpstr>
      <vt:lpstr>Automatic failover in replication</vt:lpstr>
      <vt:lpstr>Read operations</vt:lpstr>
      <vt:lpstr>Sharding</vt:lpstr>
      <vt:lpstr>Sharding</vt:lpstr>
      <vt:lpstr>Sharded clusters: Components</vt:lpstr>
      <vt:lpstr>Sharded clusters: Components</vt:lpstr>
      <vt:lpstr>Advantages of sharding</vt:lpstr>
      <vt:lpstr>Sharded and Non-Sharded Collections</vt:lpstr>
      <vt:lpstr>Connecting to a Sharded Cluster</vt:lpstr>
      <vt:lpstr>Sharding Strategy</vt:lpstr>
      <vt:lpstr>Sharding Strategy</vt:lpstr>
      <vt:lpstr>Ranged Sharding</vt:lpstr>
      <vt:lpstr>Storing large data in MongoDB</vt:lpstr>
      <vt:lpstr>Storing large data in MongoDB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222</cp:revision>
  <dcterms:created xsi:type="dcterms:W3CDTF">2019-11-30T05:18:24Z</dcterms:created>
  <dcterms:modified xsi:type="dcterms:W3CDTF">2025-09-17T06:11:59Z</dcterms:modified>
</cp:coreProperties>
</file>