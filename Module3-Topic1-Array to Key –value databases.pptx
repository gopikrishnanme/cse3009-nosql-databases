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8" r:id="rId3"/>
    <p:sldId id="332" r:id="rId4"/>
    <p:sldId id="425" r:id="rId5"/>
    <p:sldId id="443" r:id="rId6"/>
    <p:sldId id="444" r:id="rId7"/>
    <p:sldId id="445" r:id="rId8"/>
    <p:sldId id="446" r:id="rId9"/>
    <p:sldId id="447" r:id="rId10"/>
    <p:sldId id="448" r:id="rId11"/>
    <p:sldId id="463" r:id="rId12"/>
    <p:sldId id="464" r:id="rId13"/>
    <p:sldId id="465" r:id="rId14"/>
    <p:sldId id="466" r:id="rId15"/>
    <p:sldId id="467" r:id="rId16"/>
    <p:sldId id="468" r:id="rId17"/>
    <p:sldId id="469" r:id="rId18"/>
    <p:sldId id="449" r:id="rId19"/>
    <p:sldId id="450" r:id="rId20"/>
    <p:sldId id="451" r:id="rId21"/>
    <p:sldId id="452" r:id="rId22"/>
    <p:sldId id="453" r:id="rId23"/>
    <p:sldId id="454" r:id="rId24"/>
    <p:sldId id="455" r:id="rId25"/>
    <p:sldId id="456" r:id="rId26"/>
    <p:sldId id="457" r:id="rId27"/>
    <p:sldId id="458" r:id="rId28"/>
    <p:sldId id="459" r:id="rId29"/>
    <p:sldId id="460" r:id="rId30"/>
    <p:sldId id="461" r:id="rId31"/>
    <p:sldId id="462" r:id="rId32"/>
    <p:sldId id="25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19-05-2020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19-05-2020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19-05-2020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19-05-2020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19-05-2020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19-05-2020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28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–Value Data Stores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19-05-2020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array to key –value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Essential features of key – value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 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key –value databases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After scalar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variables, like integers and characters, the array is one of the simplest.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array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is an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ordered list of values. Each value in the array is associated with an integer index.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values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all the same type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</a:pP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exampleArray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[0] = ‘Hello world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.’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</a:pP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exampleArray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 = ‘Goodbye world.’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</a:pP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exampleArray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 = ‘This is a test.’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</a:pPr>
            <a:r>
              <a:rPr lang="en-US" sz="24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exampleArray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[3]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3.1415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might see the two following limitations when working with arrays: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 can only be an integer.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 must all have the same type.</a:t>
            </a:r>
            <a:endParaRPr lang="en-US" sz="2400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24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associative array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a data structure, like an array, but is not restricted to using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integers as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indexes or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limiting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values to the same type.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For example:</a:t>
            </a:r>
          </a:p>
          <a:p>
            <a:pPr marL="539750" indent="-357188">
              <a:lnSpc>
                <a:spcPct val="130000"/>
              </a:lnSpc>
              <a:spcBef>
                <a:spcPts val="1800"/>
              </a:spcBef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exampleAssociativeArray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[‘Pi’] = 3.1415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exampleAssociativeArray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[‘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CapitalFrance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’] = ‘Paris’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exampleAssociativeArray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[‘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ToDoList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’] = { ‘Alice’ : ‘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run reports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 meeting with Bob’, ‘Bob’ : ‘order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inventory; meeting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with Alice’ }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exampleAssociativeArray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[17234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] =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34468</a:t>
            </a:r>
          </a:p>
          <a:p>
            <a:pPr marL="182562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associative array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shares some characteristics of arrays but has fewer</a:t>
            </a:r>
          </a:p>
          <a:p>
            <a:pPr marL="182562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on keys and values.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224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Associative arrays generalize the idea of an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ordered list indexed by an identifier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include arbitrary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values for identifiers and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values.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Values stored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the associative array can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vary.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Associative arrays go by a number of different names, including dictionary,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map, hash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map, hash table, and symbol table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Associative arrays are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basic structure underlying the concept of key-value databases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711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Key-value databases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on the concept of an associative array, but there are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 differences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Many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key-value data stores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keep persistent copies of data on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long-term storage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such as hard drives or flash devices.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Some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key-value data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stores only keep data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memory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These are typically used so programs can access data faster than if they had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 retrieve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from disk drives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533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870608" cy="44862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Caches are associative arrays used by application programs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improve data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access performance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program could run faster if it retrieved data from memory rather than from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database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first time the program fetches the data, it will need to read from the disk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but after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 the results can be saved in memory.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808" y="2691477"/>
            <a:ext cx="4417996" cy="248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18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the program is relatively simple and only needs to track one customer at a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time, then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application programmer could use character-string variables to store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customer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name and address information.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program must track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many customers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other entities at the same time, then using a cache makes more sense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in-memory cache is an associative array.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values retrieved from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relational database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could be stored in the cache by creating a key for each value stored.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way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create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unique key for each piece of data for each customer is to concatenate a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 identifier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the name of the data item.</a:t>
            </a:r>
            <a:endParaRPr lang="en-US" sz="24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822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In-Memory and On-Disk Key-Value Database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Caches are helpful for improving the performance of applications that perform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many database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queries.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Key-value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stores are even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useful when they store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persistently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 disk, flash devices, or other long-term storage. They offer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fast performance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benefits of caches plus the persistent storage of databases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Key-value databases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impose a minimal set of constraints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 how you arrange your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data.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no need for tables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you do not want to think in terms of groups of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related attributes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686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In-Memory and On-Disk Key-Value Database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one design requirement of a key-value database is that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value has a </a:t>
            </a:r>
            <a:r>
              <a:rPr lang="en-US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 identifier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form of the key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 be unique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within the namespace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defined by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key-value database.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namespace can be called a bucket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 database,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or some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other term indicating a collection of key-value pairs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734" y="4414838"/>
            <a:ext cx="505777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8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key-value store is a simple database that when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with a simple string (the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key) returns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arbitrary large BLOB of data (the value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stores have no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language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 they provide a way to add and remove key-value pairs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into/from 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key-value store is like 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dictionary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dictionary is a simple key-value store where word entries represent keys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and definitions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represent values.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334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key value type basically,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a hash table in which there exists a unique key and a pointer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a particular item of data.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bucket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a logical group of keys – but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don’t physically group the data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There can be identical keys in different buckets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can be synthetic or auto-generated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while 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can be String, JSON, BLOB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(basic large object) etc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read a value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need to know both the key and the bucket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because the real key is a hash (Bucket + Key).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222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</a:t>
            </a:r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stores – Data types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641" y="1606921"/>
            <a:ext cx="4030717" cy="474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7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</a:t>
            </a:r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stores – Data types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key in a key-value store is flexible and can be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represented by many formats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Logical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path names to images or files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Artificially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generated strings created from a hash of the value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REST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web service calls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queries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Values, like keys, are also flexible and can be any BLOB of data, such as images,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web pages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documents, or videos.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39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items in a key-value store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970" y="1690688"/>
            <a:ext cx="9098060" cy="41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85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</a:t>
            </a:r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stores - Operations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addition to the put, get, and delete API, 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 has two rules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distinct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keys and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 queries on values:</a:t>
            </a:r>
          </a:p>
          <a:p>
            <a:pPr marL="714375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Distinct keys -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never have two rows with the same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key-value. This means that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the keys in any given key-value store are unique.</a:t>
            </a:r>
          </a:p>
          <a:p>
            <a:pPr marL="714375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queries on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 -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can’t perform queries on the values of the table.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16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</a:t>
            </a:r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stores - Operations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key-value store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prohibits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clause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of operation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as you can’t select a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key-value pair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using the value.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key-value store resolves the issues of indexing and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retrieval 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large datasets by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transferring the association of the key with the value to the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layer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allowing the key-value store to retain a simple and flexible structure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722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Essential Features of Key-Value Databases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variety of key-value databases is available to developers, and they all share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essential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539750" indent="-357188">
              <a:lnSpc>
                <a:spcPct val="130000"/>
              </a:lnSpc>
              <a:spcBef>
                <a:spcPts val="1200"/>
              </a:spcBef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Simplicity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30000"/>
              </a:lnSpc>
              <a:spcBef>
                <a:spcPts val="0"/>
              </a:spcBef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Speed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30000"/>
              </a:lnSpc>
              <a:spcBef>
                <a:spcPts val="0"/>
              </a:spcBef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characteristics sound like an ideal combination that should be embraced by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every database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but as you will see, there are limitations that come along with these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valued features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46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Simplicity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Key-value databases use 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bare-minimum data structure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key-value databases, you work with a simple data model. The syntax for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manipulating data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simple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Typically,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specify a namespace, which could be a database 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bucket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name, or some other type of collection 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key to indicate you want </a:t>
            </a:r>
            <a:r>
              <a:rPr lang="en-US" sz="24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perform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operation on a key-value pair.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specify only the namespace name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key, the key-value database will return the associated value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When you want to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update 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value associated with a key, you specify the namespace, key, and new value.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989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Simplicity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databases are flexible and forgiving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If you make a mistake and assign the wrong type of data, for example, a real number instead of an integer, the database usually does not complain.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feature is especially useful when the data type changes or you need to support two or more data types for the same attribute.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need to have both numbers as strings for customer identifiers, you can do that with code such as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following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539750" indent="-357188">
              <a:lnSpc>
                <a:spcPct val="130000"/>
              </a:lnSpc>
              <a:spcBef>
                <a:spcPts val="1800"/>
              </a:spcBef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shoppingCart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[cart:1298:customerID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] = 1982737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shoppingCart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[cart:3985:customerID] = ‘Johnson, Louise’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06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Major database vendors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tools to help developers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database administrators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slow-running queries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 are known for their speed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With a simple associative array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data structure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design features to optimize performance, key-value databases can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deliver high-throughput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data-intensive operations.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way to keep database operations running fast is to keep data in memory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Reading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and writing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to RAM is much faster than writing to a disk.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22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Key-value databases can have the advantages of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 write operations to </a:t>
            </a:r>
            <a:r>
              <a:rPr lang="en-US" sz="24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 and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persistence of disk-based storage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by using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both.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program changes the value associated with a key, the key-value database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can update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entry in RAM and then send a message to the program that the updated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value has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been saved.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program can then continue with other operations. While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program is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doing something else, the key-value database can write the recently updated value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 disk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818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new value is saved to disk unless there is a power loss or some other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failure between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time the application updates the value and the key-value database stores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the value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disk.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operations can return control to the calling application faster by </a:t>
            </a:r>
            <a:r>
              <a:rPr lang="en-US" sz="22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writing 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inserts and updates to RAM and then updating disk storage.</a:t>
            </a:r>
            <a:endParaRPr lang="en-US" sz="2200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993" y="4430898"/>
            <a:ext cx="6098758" cy="192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12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Similarly,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operations can be faster if data is stored in memory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This is the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motivation for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using a cache, as described earlier.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Because the size of the database can exceed the size of RAM, key-value stores have to find ways of managing the data in memory.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key-value database uses all the memory allocated to it, the database will need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to free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some of the allocated memory before storing copies of additional data.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There are multiple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algorithms for this, but 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commonly used method is known as least recently </a:t>
            </a:r>
            <a:r>
              <a:rPr lang="en-US" sz="22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(LRU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sz="2200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29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690688"/>
            <a:ext cx="6967888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idea behind the LRU algorithm is that if data has not been used in a while,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it is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less likely to be used than data that has been read or written more recently.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This intuition makes sense for many application areas of key-value databases.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Least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recently used algorithms delete data that has not been read or </a:t>
            </a:r>
            <a:r>
              <a:rPr lang="en-US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written as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recently as other data.</a:t>
            </a:r>
            <a:endParaRPr lang="en-US" sz="22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6089" y="2158520"/>
            <a:ext cx="3547711" cy="323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28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599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Key-value databases take different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approaches to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scaling read and write operations. Let’s consider two options:</a:t>
            </a:r>
          </a:p>
          <a:p>
            <a:pPr marL="539750" indent="-357188">
              <a:lnSpc>
                <a:spcPct val="110000"/>
              </a:lnSpc>
              <a:spcBef>
                <a:spcPts val="0"/>
              </a:spcBef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Master-slave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</a:p>
          <a:p>
            <a:pPr marL="539750" indent="-357188">
              <a:lnSpc>
                <a:spcPct val="110000"/>
              </a:lnSpc>
              <a:spcBef>
                <a:spcPts val="0"/>
              </a:spcBef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Masterless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replication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Scaling with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Master-Slave Replication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 way to keep up with a growing demand for read operations is to add servers that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can respond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queries. A master-slave replication model works well in this case.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81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Master-slave 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690688"/>
            <a:ext cx="6585424" cy="44862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Master-slave architectures have a simple communication pattern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during normal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operations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is a server in the cluster that accepts write and read requests. </a:t>
            </a:r>
            <a:endParaRPr lang="en-US" sz="24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responsible for maintaining the master record of all writes and replicating, or copying, updated data to all other servers in the cluster.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servers only respond to read requests.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774" y="1913463"/>
            <a:ext cx="3727026" cy="404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10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Master-slave 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599" cy="44862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advantage of master-slave models is simplicity.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 for the master, each node in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cluster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needs to communicate with one other server: the master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master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accepts all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writes, so there is no need to coordinate write operations or resolve conflicts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between multiple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servers accepting writes.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disadvantage of the master-slave replication model is that if the master fails, the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cannot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accept writes. </a:t>
            </a:r>
            <a:endParaRPr lang="en-US" sz="24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adversely impact the availability of the cluster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master server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known as a single point of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failure.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968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Master-slave 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690688"/>
            <a:ext cx="6552446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the case of master-slave configurations, if a number of slave servers do not receive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message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from the master within some period of time, the slaves may determine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master has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failed.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 point,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slaves initiate a protocol to promote one of the slaves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master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648" y="1690688"/>
            <a:ext cx="3963151" cy="409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b="1" u="sng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Masterless</a:t>
            </a:r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599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Scaling with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Masterless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master-slave replication model with a single server accepting writes does not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work well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there are a large number of writes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better option for this application is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masterless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replication model in which all nodes accept reads and writes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masterless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replication model, there is not a single server that has the master copy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of updated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data, so no single server can copy its data to all other servers. Instead, servers in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masterless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replication model work in groups to help their neighbors.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159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b="1" u="sng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Masterless</a:t>
            </a:r>
            <a:r>
              <a:rPr lang="en-US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361497" cy="448627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eight-server cluster in a ring configuration with a replication factor of 4.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administrators can configure a key-value database to keep a particular number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of replicas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scenario, the administrator has decided that four replicas are sufficient.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time there is a write operation to one of the servers, it replicates that change to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three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 servers holding its replica.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scenario, each server replicates to its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two neighbors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to the server two links ahead.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442" y="1560537"/>
            <a:ext cx="4327357" cy="479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33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array to key –value databases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Essential features of key – value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Reference: NoSQL for Mere Mortals by Dan Sullivan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19-05-2020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3780</TotalTime>
  <Words>2513</Words>
  <Application>Microsoft Office PowerPoint</Application>
  <PresentationFormat>Widescreen</PresentationFormat>
  <Paragraphs>244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3     Topic   : 1</vt:lpstr>
      <vt:lpstr>Objectives</vt:lpstr>
      <vt:lpstr>Array to key –value databases</vt:lpstr>
      <vt:lpstr>Associative Arrays</vt:lpstr>
      <vt:lpstr>Associative Arrays</vt:lpstr>
      <vt:lpstr>Caches</vt:lpstr>
      <vt:lpstr>Caches</vt:lpstr>
      <vt:lpstr>Caches</vt:lpstr>
      <vt:lpstr>In-Memory and On-Disk Key-Value Database</vt:lpstr>
      <vt:lpstr>In-Memory and On-Disk Key-Value Database</vt:lpstr>
      <vt:lpstr>Key-value stores</vt:lpstr>
      <vt:lpstr>Key-value stores</vt:lpstr>
      <vt:lpstr>Key-value stores – Data types</vt:lpstr>
      <vt:lpstr>Key-value stores – Data types</vt:lpstr>
      <vt:lpstr>Sample items in a key-value store</vt:lpstr>
      <vt:lpstr>Key-value stores - Operations</vt:lpstr>
      <vt:lpstr>Key-value stores - Operations</vt:lpstr>
      <vt:lpstr>Essential Features of Key-Value Databases</vt:lpstr>
      <vt:lpstr>Simplicity</vt:lpstr>
      <vt:lpstr>Simplicity</vt:lpstr>
      <vt:lpstr>Speed</vt:lpstr>
      <vt:lpstr>Speed</vt:lpstr>
      <vt:lpstr>Speed</vt:lpstr>
      <vt:lpstr>Speed</vt:lpstr>
      <vt:lpstr>Speed</vt:lpstr>
      <vt:lpstr>Scalability</vt:lpstr>
      <vt:lpstr>Scalability: Master-slave architectures</vt:lpstr>
      <vt:lpstr>Scalability: Master-slave architectures</vt:lpstr>
      <vt:lpstr>Scalability: Master-slave architectures</vt:lpstr>
      <vt:lpstr>Scalability: Masterless architectures</vt:lpstr>
      <vt:lpstr>Scalability: Masterless architectures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Windows User</cp:lastModifiedBy>
  <cp:revision>203</cp:revision>
  <dcterms:created xsi:type="dcterms:W3CDTF">2019-11-30T05:18:24Z</dcterms:created>
  <dcterms:modified xsi:type="dcterms:W3CDTF">2020-05-19T09:05:10Z</dcterms:modified>
</cp:coreProperties>
</file>