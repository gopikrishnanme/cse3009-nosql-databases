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320" r:id="rId5"/>
    <p:sldId id="313" r:id="rId6"/>
    <p:sldId id="321" r:id="rId7"/>
    <p:sldId id="322" r:id="rId8"/>
    <p:sldId id="323" r:id="rId9"/>
    <p:sldId id="324" r:id="rId10"/>
    <p:sldId id="325" r:id="rId11"/>
    <p:sldId id="326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09-Feb-21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09-Feb-21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09-Feb-21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644" y="185725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09-Feb-21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 fontScale="92500"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Speeding performance by strategic use</a:t>
            </a:r>
          </a:p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RAM, SSD, and disk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09-Feb-21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Speeding performance by strategic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 of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RAM, SSD,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NoSQL systems use different types of memory to increase system performance?</a:t>
            </a: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a RAM in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know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when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turn off their computer after a long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work day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 data in RAM is erased and must be reloaded.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solid state drives 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SSDs)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 disk drives (HDDs) persists.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 know that RAM access is fast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than the disk access.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time required to access the SSDs and HDDs are higher than the time required by the RAM to do some hashing calculations.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a RAM in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22" y="1690688"/>
            <a:ext cx="93059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6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to Faster Access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solution to faster systems is to keep as much of the right information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RAM 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can, and check your local servers to see if they might also have a copy.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local fast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store is often called a RAM cache or memory cache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Many memory caches use a simple timestamp for each block of memory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cache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 a way of keeping the most recently used objects in memory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memory fills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up, the timestamp is used to determine which items in memory are the oldest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should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 overwritten.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Speeding performance in NoSQL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effective use of RAM cache is predicated on the efficient answer to the question,</a:t>
            </a:r>
          </a:p>
          <a:p>
            <a:pPr marL="722313" indent="-366713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“Have we run this query before?” or equivalently,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Have we seen this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 before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?”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questions can be answered by using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hashing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lets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know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an item is already in the cache or if you need to retrieve it from SSD or HDD.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2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NoSQL systems expand on this concept and use a technique called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consistent hashing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keep the most frequently used data in your cache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hashing quickly tells you if a new query or document is the same as one already in your cache.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Knowing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information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prevents 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making unnecessary calls to disk for information and keeps your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 running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5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hashing – Process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string (also known as a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checksum 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process that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calculates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of letters by looking 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byte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a document.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string uniquely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identifies each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used to determine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 you’re presented with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same document you already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have 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there’s any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difference between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documents (even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single byte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), the resulting hash will be different.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669" y="1690688"/>
            <a:ext cx="6841227" cy="132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collisions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There’s an infinitesimally small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chance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different documents could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generate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same hash value, resulting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hashes for security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verification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like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government 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high-security systems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require hash values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greater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 128 bits.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situations, algorithms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generate a hash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 greater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 128 bits like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SHA-1,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SHA-256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SHA-384, or SHA-512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preferred.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83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hashing - Advantages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Hash values can be created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simple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queries or complex JSON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 XML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you have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your hash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value, you can use it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compare sending and receiving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hashing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occurs when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different processes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running 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nodes in your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network create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same hash for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same object.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Consistent hashing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confirms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information in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 hasn’t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been altered and allows you to determine whether the object exists in your cache or message store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75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hashing is an important tool to keep your cache current and your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running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fast, even when caches are spread over many distributed systems.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Consistent hashing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be used to assign documents to specific database nodes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distributed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to quickly compare remote databases when they need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synchronized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systems rely on hashing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rapidly enhancing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read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times without getting in the way of write transactions.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1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Speeding performance by strategic use of RAM, SSD, and disk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NoSQL systems use different types of memory to increase system performance?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765</TotalTime>
  <Words>824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1     Topic   : 5</vt:lpstr>
      <vt:lpstr>Objectives</vt:lpstr>
      <vt:lpstr>Role of a RAM in Databases</vt:lpstr>
      <vt:lpstr>Role of a RAM in Databases</vt:lpstr>
      <vt:lpstr>Solution to Faster Access</vt:lpstr>
      <vt:lpstr>Speeding performance in NoSQL</vt:lpstr>
      <vt:lpstr>Consistent hashing</vt:lpstr>
      <vt:lpstr>Consistent hashing – Process</vt:lpstr>
      <vt:lpstr>Hash collisions</vt:lpstr>
      <vt:lpstr>Consistent hashing - Advantages</vt:lpstr>
      <vt:lpstr>Conclusion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62</cp:revision>
  <dcterms:created xsi:type="dcterms:W3CDTF">2019-11-30T05:18:24Z</dcterms:created>
  <dcterms:modified xsi:type="dcterms:W3CDTF">2021-02-09T04:44:13Z</dcterms:modified>
</cp:coreProperties>
</file>