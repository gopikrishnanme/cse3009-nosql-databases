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332" r:id="rId4"/>
    <p:sldId id="364" r:id="rId5"/>
    <p:sldId id="363" r:id="rId6"/>
    <p:sldId id="367" r:id="rId7"/>
    <p:sldId id="366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65" r:id="rId28"/>
    <p:sldId id="387" r:id="rId29"/>
    <p:sldId id="388" r:id="rId30"/>
    <p:sldId id="389" r:id="rId31"/>
    <p:sldId id="2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23-05-2020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23-05-2020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23-05-2020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23-05-2020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23-05-2020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23-05-2020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try.redis.io/" TargetMode="External"/><Relationship Id="rId2" Type="http://schemas.openxmlformats.org/officeDocument/2006/relationships/hyperlink" Target="https://redis.io/topics/quickstar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dmajkic/redis/download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redis.io/document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Key-Value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endParaRPr lang="en-US" sz="4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23-05-2020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introduction and basics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installation on Windows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(BSD licensed)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data structure 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as a database, cache and message broker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structures such as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strings, hashes, lists, sets, sorted sets with range queries, bitmaps, 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hyperloglogs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, geospatial indexes with radius queries and streams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built-in replication, 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Lua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 scripting, LRU eviction, transactions and different levels of on-disk persistence, and provides high availability via 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 Sentinel and automatic partitioning with 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 Cluster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The Background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written in ANSI 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works in most POSIX systems like Linux, *BSD, OS X without external dependencies.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OS X are the two operating systems where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developed and tested the most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we recommend using Linux for deploying.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may work in Solaris-derived systems like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SmartOS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but the support is best effort.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no official support for Windows builds.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09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works?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order to achieve its outstanding performance,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works with an in-memory dataset.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Depending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your use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case: 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persist it either by dumping the dataset to disk every once in a while, 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appending each command to a log.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Persistence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optionally disabled, if you just need a feature-rich, networked, in-memory cache.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7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In memory 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When we say in-memory key-value store, by that we mean that the key-value pairs are stored in primary memory(RAM). </a:t>
            </a:r>
            <a:endParaRPr lang="en-US" sz="223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30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we can say that </a:t>
            </a:r>
            <a:r>
              <a:rPr lang="en-US" sz="223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2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stored data in RAM in form of key-value </a:t>
            </a:r>
            <a:r>
              <a:rPr lang="en-US" sz="223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pairs</a:t>
            </a:r>
            <a:r>
              <a:rPr lang="en-US" sz="2230" dirty="0" smtClean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n-US" sz="223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2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key has to be a string but value can be a string, list, set, sorted set or hash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30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are some example of </a:t>
            </a:r>
            <a:r>
              <a:rPr lang="en-US" sz="223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 key-values pairs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30" dirty="0" smtClean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2230" dirty="0" err="1">
                <a:latin typeface="Arial" panose="020B0604020202020204" pitchFamily="34" charset="0"/>
                <a:cs typeface="Arial" panose="020B0604020202020204" pitchFamily="34" charset="0"/>
              </a:rPr>
              <a:t>narayan</a:t>
            </a: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profession=["web", "mobile"]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30" dirty="0">
                <a:latin typeface="Arial" panose="020B0604020202020204" pitchFamily="34" charset="0"/>
                <a:cs typeface="Arial" panose="020B0604020202020204" pitchFamily="34" charset="0"/>
              </a:rPr>
              <a:t>Here name and profession are keys. And we have their respective values on right.</a:t>
            </a:r>
            <a:endParaRPr lang="en-US" sz="223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4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works?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ow to Install and Configure Redis on Ubuntu 18.04.2 L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868" y="1690688"/>
            <a:ext cx="7544264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9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Single Instance Architecture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architecture contains two main processes: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client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Server.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redis-client-serv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135" y="2814637"/>
            <a:ext cx="77343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6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Single Instance Architecture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client and server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in the same computer or in two different computers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responsible for storing data in memory. It handles all kinds of management and forms the major part of architecture. </a:t>
            </a:r>
            <a:r>
              <a:rPr lang="en-US" sz="2400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console client or any other programming language’s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API.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saw that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stores everything in primary memory.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memory is volatile and therefore we will loose all stored data once we restart our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 or computer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 we need a way for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datastore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8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three different ways to make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RDB, AOF and SAVE command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RDB Mechanism: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RDB makes a copy of all the data in memory and stores them in secondary storage(permanent storage). This happens in a specified interval. So there is chance that you will loose data that are set after RDB’s last snapshot.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80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AOF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AOF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logs all the write operations received by the server. Therefore everything is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 problem with using AOF is that it writes to disk for every operation and it is a expensive task and also size of AOF file is large than RDB file.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force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server to create a RDB snapshot anytime using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console client SAVE command.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use AOF and RDB together to get best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persistance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result.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6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Master/Slave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replication is very simple to use and configure master-slave replication that allows slave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servers to be exact copies of master servers.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0" name="Picture 4" descr="https://miro.medium.com/max/1239/0*1_TJMDFDVrX0LmJ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822" y="2765914"/>
            <a:ext cx="5986355" cy="314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5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Master/Slave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using Master-Slave architecture</a:t>
            </a:r>
          </a:p>
          <a:p>
            <a:pPr marL="539750" indent="-357188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will be only one Master with multiple slaves for replication.</a:t>
            </a:r>
          </a:p>
          <a:p>
            <a:pPr marL="539750" indent="-357188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write goes to Master, which creates more load on the master node.</a:t>
            </a:r>
          </a:p>
          <a:p>
            <a:pPr marL="539750" indent="-357188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Master goes down, the whole architecture is prone to SPOF (Single point of failure).</a:t>
            </a:r>
          </a:p>
          <a:p>
            <a:pPr marL="539750" indent="-357188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M-S architecture does not help in scaling when your user base grows.</a:t>
            </a:r>
          </a:p>
          <a:p>
            <a:pPr marL="539750" indent="-357188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we need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process to Monitor Master in case of failure or shutdown, that is Sentinel.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Sentinel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Sentinel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high availability for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In practical terms this means that using Sentinel you can create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deployment that resists without human intervention certain kinds of failures.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Sentinel also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collateral tasks such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Sentinel constantly checks if your master and replica instances are working as expected.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Sentinel can notify the system administrator, or other computer programs, via an API, that something is wrong with one of the monitored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instances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05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Sentinel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failover.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 master is not working as expected, Sentinel can start a failover process where a replica is promoted to master, the other additional replicas are reconfigured to use the new master, and the applications using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server are informed about the new address to use when connecting.</a:t>
            </a:r>
          </a:p>
          <a:p>
            <a:pPr marL="539750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provider.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Sentinel acts as a source of authority for clients service discovery: clients connect to Sentinels in order to ask for the address of the current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master responsible for a given service. If a failover occurs, Sentinels will report the new address.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01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Sentinel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Initial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Setup		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Failover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Handling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miro.medium.com/max/1382/0*5FnXWuHUzVSkvI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811636"/>
            <a:ext cx="4965834" cy="272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miro.medium.com/max/1382/0*3LTFISxiA6_GjzO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293" y="2707219"/>
            <a:ext cx="5222507" cy="290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92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Cluster is 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active-passive cluster implementation that consists of master and slave nodes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hash partitioning to split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keyspace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into 16,384 key slots, with each master responsible for a subset of those slots.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slave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replicates a specific master and can be reassigned to replicate another master or be elected to a master node as needed.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44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Ports Communication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node in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requires two TCP ports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port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used for client connections and communications. This is the port you would configure into client applications or command-line tools.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second required port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reserved for node-to-node communication that occurs in a binary protocol and allows the nodes to discuss configuration and node availability.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0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Failover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a master fails or is found to be unreachable by the majority of the cluster as determined by the nodes communication via the gossip port, the remaining masters hold a vote and elect one of the failing masters’ slaves to take its place.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Rejoining The Cluster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the failing master eventually rejoins the cluster, it will join as a slave and begin to replicate another master.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07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automatically into the servers.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has a concept of the hash slot in order to split data. All the data are divided into slots.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16384 slots. These slots are divided by the number of servers.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there are 3 servers; A, B and C then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 1 contains hash slots from 0 to 5500.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 2 contains hash slots from 5501 to 11000.</a:t>
            </a:r>
          </a:p>
          <a:p>
            <a:pPr marL="539750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 3 contains hash slots from 11001 to 16383.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35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6 Node M/S Cluster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11048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6 node cluster mode, 3 nodes will be serving as a master and the 3 nodes will be their respective slave.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service will be running on port 6379 on all servers in the cluster.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master server is replicating the keys to its respective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slave node assigned during the cluster creation process.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https://miro.medium.com/max/1382/0*-3H9NJXRYE36gXu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248" y="2281848"/>
            <a:ext cx="5404552" cy="330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51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3 Node M/S Cluster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11048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3 node cluster mode, there will be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services running on each server on different ports.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nodes will be serving as a master with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slave on cross nodes.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Here, two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services will be running on each server on two different ports and each master is replicating the keys to its respective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slave running on other nodes.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https://miro.medium.com/max/1382/0*K_HtLF0JeAoXZfm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059" y="2304646"/>
            <a:ext cx="5122741" cy="324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90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Goes Down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11048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node goes down in a 6 node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one of the nodes goes down in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6-node cluster setup, its respective slave will be promoted as the master.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above example, master Server3 goes down and its slave Server6 is promoted as the master.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https://miro.medium.com/max/1382/0*RO7Ls4teu8g_cj2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417" y="2403541"/>
            <a:ext cx="5251383" cy="306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24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Goes Down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111048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node goes down in a 3 node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one of the nodes goes down in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3-node cluster setup, its respective slave running on the separate node will be promoted to master.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above example, Server 3 goes down and slave running on Server1 is promoted to master.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https://miro.medium.com/max/1382/0*ALrHwF9zgThGdm7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529" y="2300438"/>
            <a:ext cx="5314271" cy="286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38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Goes Down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service goes down on one of the nodes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3-node cluster setup, its respective slave will be promoted as the master.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https://miro.medium.com/max/1995/1*zzcgifBVQVcF3S3Xs3F58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20" y="2806605"/>
            <a:ext cx="6321559" cy="337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96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DBMS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 Management systems store everything in second storage which makes read and write operations very slow. But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stores everything in primary memory which is very fast in read and write of data.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Primary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memory is limited(much lesser size and expensive than secondary) therefore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cannot store large files or binary data. It can only store those small textual information which needs to be accessed, modified and inserted at a very fast rate. If we try to write more data than available memory then we will receive errors.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9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Programming Support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50" y="2339876"/>
            <a:ext cx="8972499" cy="38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1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 of </a:t>
            </a:r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Twitter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Weibo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Pinterest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Snapchat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StackOverflow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Flickr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Digg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77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Linux (Any distro) 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Follow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steps in 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redis.io/topics/quickstart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online 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http://try.redis.io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698" y="3224213"/>
            <a:ext cx="47625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installation in Windows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from: 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github.com/dmajkic/redis/downloads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Unzip the folder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server (Do not close the terminal)</a:t>
            </a:r>
          </a:p>
          <a:p>
            <a:pPr marL="539750" indent="-35718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client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28" y="3933825"/>
            <a:ext cx="6110474" cy="15615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996" y="3933825"/>
            <a:ext cx="4268804" cy="15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7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introduction and basics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installation on Windows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redis.io/documentation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for Dummies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4669</TotalTime>
  <Words>1941</Words>
  <Application>Microsoft Office PowerPoint</Application>
  <PresentationFormat>Widescreen</PresentationFormat>
  <Paragraphs>225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4</vt:lpstr>
      <vt:lpstr>Objectives</vt:lpstr>
      <vt:lpstr>What is Redis?</vt:lpstr>
      <vt:lpstr>Redis – The Background</vt:lpstr>
      <vt:lpstr>How Redis works?</vt:lpstr>
      <vt:lpstr>Redis – In memory DB</vt:lpstr>
      <vt:lpstr>How Redis works?</vt:lpstr>
      <vt:lpstr>Redis Single Instance Architecture</vt:lpstr>
      <vt:lpstr>Redis Single Instance Architecture</vt:lpstr>
      <vt:lpstr>Redis Persistance</vt:lpstr>
      <vt:lpstr>Redis Persistance</vt:lpstr>
      <vt:lpstr>Redis Master/Slave</vt:lpstr>
      <vt:lpstr>Redis Master/Slave</vt:lpstr>
      <vt:lpstr>Redis Sentinel </vt:lpstr>
      <vt:lpstr>Redis Sentinel </vt:lpstr>
      <vt:lpstr>Redis Sentinel </vt:lpstr>
      <vt:lpstr>Redis Cluster</vt:lpstr>
      <vt:lpstr>Ports Communication</vt:lpstr>
      <vt:lpstr>Redis Cluster</vt:lpstr>
      <vt:lpstr>Sharding</vt:lpstr>
      <vt:lpstr>Sharding with 6 Node M/S Cluster</vt:lpstr>
      <vt:lpstr>Sharding with 3 Node M/S Cluster</vt:lpstr>
      <vt:lpstr>WHAT IF Redis Goes Down</vt:lpstr>
      <vt:lpstr>WHAT IF Redis Goes Down</vt:lpstr>
      <vt:lpstr>WHAT IF Redis Goes Down</vt:lpstr>
      <vt:lpstr>Redis over DBMS</vt:lpstr>
      <vt:lpstr>Redis – Programming Support</vt:lpstr>
      <vt:lpstr>Clients of Redis</vt:lpstr>
      <vt:lpstr>Redis installation</vt:lpstr>
      <vt:lpstr>Redis installation in Windows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240</cp:revision>
  <dcterms:created xsi:type="dcterms:W3CDTF">2019-11-30T05:18:24Z</dcterms:created>
  <dcterms:modified xsi:type="dcterms:W3CDTF">2020-05-23T08:57:03Z</dcterms:modified>
</cp:coreProperties>
</file>