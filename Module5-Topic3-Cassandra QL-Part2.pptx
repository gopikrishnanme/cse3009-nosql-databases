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332" r:id="rId4"/>
    <p:sldId id="408" r:id="rId5"/>
    <p:sldId id="409" r:id="rId6"/>
    <p:sldId id="410" r:id="rId7"/>
    <p:sldId id="411" r:id="rId8"/>
    <p:sldId id="412" r:id="rId9"/>
    <p:sldId id="40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21-04-2023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21-04-2023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21-04-2023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21-04-2023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21-04-2023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21-04-2023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21-04-2023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21-04-2023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21-04-2023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KEYSPACE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replication = {‘class’ :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SimpleStrategy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’,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replication_factor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 : 1} 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 PRIMARY KEY,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int,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text,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values (101, 85,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ashish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'Noida');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values (102, 90,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ankur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meerut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values (103, 99,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shivang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gurugram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values (104, 85,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abi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meerut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values (105, 95,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mumbai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COUNT(*)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ALLOW FILTERING;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COUNT(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MIN(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MAX(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SUM(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AVG(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70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data(name text PRIMARY KEY, email list&lt;text&gt;);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data(name, email) VALUES ('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['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abc@gmail.com','cba@yahoo.com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']);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 data SET email = email +['xyz@tutorialspoint.com'] where name =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 data SET email = email -['xyz@tutorialspoint.com'] where name =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INDEX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email_index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 data(email);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data WHERE email contains 'xyz@tutorialspoint.com';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94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data(name text PRIMARY KEY, phone set&lt;int&gt;);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data(name, phone) VALUES ('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{111, 222, 333, 222});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data;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INDEX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phone_index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 data(phone);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data WHERE phone contains 111;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30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data(name text PRIMARY KEY, address map&lt;text, int&gt;);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data(name, address) VALUES ('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', {'city’:522, 'pin':522237});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UPDATE data SET address = address + {'dno':141} WHERE name='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 data SET address = address - {'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'} WHERE name='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 data SET address['city'] =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vijaya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 where name =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ramu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INDEX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add_index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 data(address);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data WHERE address contains 522237;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emp_record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103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e_score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90;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8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CQL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University.student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stu_id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INT,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stu_name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TEXT,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stu_Email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SET&lt;TEXT&gt;, PRIMARY KEY(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stu_id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University.student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stu_id,stu_name,stu_Email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) VALUES(123,'test1',{'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abc@gmail.com','xyz@hotmail.com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'});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INSERT INTO customer(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cust_id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Cust_name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Cust_address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Cust_mob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Cust_email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Bill_amount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) VALUES (101, 'John',{'No':'123','Street': 'Roy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street','City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': '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Vijayawada','State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': 'AP'}, ['9876534567','9878998787'], {'jon@gmail.com', 'john@gmail.com'}, 12000 );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83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Cassandra Query Language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21-04-2023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3114</TotalTime>
  <Words>850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5     Topic   : 4</vt:lpstr>
      <vt:lpstr>Objectives</vt:lpstr>
      <vt:lpstr>Cassandra Query Language</vt:lpstr>
      <vt:lpstr>Cassandra Query Language</vt:lpstr>
      <vt:lpstr>Cassandra Query Language</vt:lpstr>
      <vt:lpstr>Cassandra Query Language</vt:lpstr>
      <vt:lpstr>Cassandra Query Language</vt:lpstr>
      <vt:lpstr>Cassandra Query Language</vt:lpstr>
      <vt:lpstr>CQL Collections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137</cp:revision>
  <dcterms:created xsi:type="dcterms:W3CDTF">2019-11-30T05:18:24Z</dcterms:created>
  <dcterms:modified xsi:type="dcterms:W3CDTF">2023-04-21T04:06:26Z</dcterms:modified>
</cp:coreProperties>
</file>